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2"/>
    <p:sldId id="257" r:id="rId23"/>
    <p:sldId id="258" r:id="rId24"/>
    <p:sldId id="259" r:id="rId25"/>
    <p:sldId id="260" r:id="rId26"/>
    <p:sldId id="261" r:id="rId27"/>
    <p:sldId id="262" r:id="rId28"/>
    <p:sldId id="263" r:id="rId29"/>
    <p:sldId id="264" r:id="rId30"/>
    <p:sldId id="265" r:id="rId31"/>
    <p:sldId id="266" r:id="rId32"/>
  </p:sldIdLst>
  <p:sldSz cx="9753600" cy="73152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Just Another Hand" charset="1" panose="02000506000000020003"/>
      <p:regular r:id="rId10"/>
    </p:embeddedFont>
    <p:embeddedFont>
      <p:font typeface="Mali" charset="1" panose="00000500000000000000"/>
      <p:regular r:id="rId11"/>
    </p:embeddedFont>
    <p:embeddedFont>
      <p:font typeface="Mali Bold" charset="1" panose="00000800000000000000"/>
      <p:regular r:id="rId12"/>
    </p:embeddedFont>
    <p:embeddedFont>
      <p:font typeface="Mali Italics" charset="1" panose="00000500000000000000"/>
      <p:regular r:id="rId13"/>
    </p:embeddedFont>
    <p:embeddedFont>
      <p:font typeface="Mali Bold Italics" charset="1" panose="00000800000000000000"/>
      <p:regular r:id="rId14"/>
    </p:embeddedFont>
    <p:embeddedFont>
      <p:font typeface="Mali Extra-Light" charset="1" panose="00000300000000000000"/>
      <p:regular r:id="rId15"/>
    </p:embeddedFont>
    <p:embeddedFont>
      <p:font typeface="Mali Extra-Light Italics" charset="1" panose="00000300000000000000"/>
      <p:regular r:id="rId16"/>
    </p:embeddedFont>
    <p:embeddedFont>
      <p:font typeface="Mali Medium" charset="1" panose="00000600000000000000"/>
      <p:regular r:id="rId17"/>
    </p:embeddedFont>
    <p:embeddedFont>
      <p:font typeface="Mali Medium Italics" charset="1" panose="00000600000000000000"/>
      <p:regular r:id="rId18"/>
    </p:embeddedFont>
    <p:embeddedFont>
      <p:font typeface="More Sugar" charset="1" panose="00000000000000000000"/>
      <p:regular r:id="rId19"/>
    </p:embeddedFont>
    <p:embeddedFont>
      <p:font typeface="More Sugar Thin" charset="1" panose="00000000000000000000"/>
      <p:regular r:id="rId20"/>
    </p:embeddedFont>
    <p:embeddedFont>
      <p:font typeface="Noot"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slides/slide1.xml" Type="http://schemas.openxmlformats.org/officeDocument/2006/relationships/slide"/><Relationship Id="rId23" Target="slides/slide2.xml" Type="http://schemas.openxmlformats.org/officeDocument/2006/relationships/slide"/><Relationship Id="rId24" Target="slides/slide3.xml" Type="http://schemas.openxmlformats.org/officeDocument/2006/relationships/slide"/><Relationship Id="rId25" Target="slides/slide4.xml" Type="http://schemas.openxmlformats.org/officeDocument/2006/relationships/slide"/><Relationship Id="rId26" Target="slides/slide5.xml" Type="http://schemas.openxmlformats.org/officeDocument/2006/relationships/slide"/><Relationship Id="rId27" Target="slides/slide6.xml" Type="http://schemas.openxmlformats.org/officeDocument/2006/relationships/slide"/><Relationship Id="rId28" Target="slides/slide7.xml" Type="http://schemas.openxmlformats.org/officeDocument/2006/relationships/slide"/><Relationship Id="rId29" Target="slides/slide8.xml" Type="http://schemas.openxmlformats.org/officeDocument/2006/relationships/slide"/><Relationship Id="rId3" Target="viewProps.xml" Type="http://schemas.openxmlformats.org/officeDocument/2006/relationships/viewProps"/><Relationship Id="rId30" Target="slides/slide9.xml" Type="http://schemas.openxmlformats.org/officeDocument/2006/relationships/slide"/><Relationship Id="rId31" Target="slides/slide10.xml" Type="http://schemas.openxmlformats.org/officeDocument/2006/relationships/slide"/><Relationship Id="rId32" Target="slides/slide11.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9567610">
            <a:off x="-858344" y="-1330189"/>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52975">
            <a:off x="5891351" y="500092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5400000">
            <a:off x="2369159" y="345120"/>
            <a:ext cx="4885495" cy="6749695"/>
            <a:chOff x="0" y="0"/>
            <a:chExt cx="5180262" cy="7156940"/>
          </a:xfrm>
        </p:grpSpPr>
        <p:sp>
          <p:nvSpPr>
            <p:cNvPr name="Freeform 5" id="5"/>
            <p:cNvSpPr/>
            <p:nvPr/>
          </p:nvSpPr>
          <p:spPr>
            <a:xfrm flipH="false" flipV="false" rot="0">
              <a:off x="-9098" y="-6509"/>
              <a:ext cx="5194593" cy="7188994"/>
            </a:xfrm>
            <a:custGeom>
              <a:avLst/>
              <a:gdLst/>
              <a:ahLst/>
              <a:cxnLst/>
              <a:rect r="r" b="b" t="t" l="l"/>
              <a:pathLst>
                <a:path h="7188994" w="5194593">
                  <a:moveTo>
                    <a:pt x="63030" y="6595440"/>
                  </a:moveTo>
                  <a:cubicBezTo>
                    <a:pt x="63030" y="6595440"/>
                    <a:pt x="0" y="6348876"/>
                    <a:pt x="10218" y="1214762"/>
                  </a:cubicBezTo>
                  <a:cubicBezTo>
                    <a:pt x="18651" y="990971"/>
                    <a:pt x="65033" y="645332"/>
                    <a:pt x="65033" y="645332"/>
                  </a:cubicBezTo>
                  <a:cubicBezTo>
                    <a:pt x="82233" y="502466"/>
                    <a:pt x="56685" y="337866"/>
                    <a:pt x="181385" y="223925"/>
                  </a:cubicBezTo>
                  <a:cubicBezTo>
                    <a:pt x="346794" y="72788"/>
                    <a:pt x="621643" y="0"/>
                    <a:pt x="4301520" y="6965"/>
                  </a:cubicBezTo>
                  <a:cubicBezTo>
                    <a:pt x="4518268" y="16819"/>
                    <a:pt x="4722583" y="36481"/>
                    <a:pt x="4856771" y="101690"/>
                  </a:cubicBezTo>
                  <a:cubicBezTo>
                    <a:pt x="5112817" y="226120"/>
                    <a:pt x="5194593" y="459160"/>
                    <a:pt x="5189105" y="704684"/>
                  </a:cubicBezTo>
                  <a:cubicBezTo>
                    <a:pt x="5189105" y="704684"/>
                    <a:pt x="5145817" y="1013073"/>
                    <a:pt x="5153250" y="1248607"/>
                  </a:cubicBezTo>
                  <a:cubicBezTo>
                    <a:pt x="5160374" y="6337242"/>
                    <a:pt x="5167530" y="6532844"/>
                    <a:pt x="5167530" y="6532844"/>
                  </a:cubicBezTo>
                  <a:cubicBezTo>
                    <a:pt x="5150849" y="6748577"/>
                    <a:pt x="5036205" y="6959188"/>
                    <a:pt x="4839336" y="7070813"/>
                  </a:cubicBezTo>
                  <a:cubicBezTo>
                    <a:pt x="4688984" y="7156061"/>
                    <a:pt x="4490953" y="7171158"/>
                    <a:pt x="3564545" y="7160417"/>
                  </a:cubicBezTo>
                  <a:cubicBezTo>
                    <a:pt x="645952" y="7155140"/>
                    <a:pt x="384604" y="7188994"/>
                    <a:pt x="254278" y="7079835"/>
                  </a:cubicBezTo>
                  <a:cubicBezTo>
                    <a:pt x="145767" y="6988951"/>
                    <a:pt x="81795" y="6795639"/>
                    <a:pt x="63030" y="6595440"/>
                  </a:cubicBezTo>
                  <a:close/>
                </a:path>
              </a:pathLst>
            </a:custGeom>
            <a:solidFill>
              <a:srgbClr val="EDBA35"/>
            </a:solidFill>
          </p:spPr>
        </p:sp>
      </p:grpSp>
      <p:grpSp>
        <p:nvGrpSpPr>
          <p:cNvPr name="Group 6" id="6"/>
          <p:cNvGrpSpPr/>
          <p:nvPr/>
        </p:nvGrpSpPr>
        <p:grpSpPr>
          <a:xfrm rot="5400000">
            <a:off x="2474918" y="526189"/>
            <a:ext cx="4673976" cy="6387557"/>
            <a:chOff x="0" y="0"/>
            <a:chExt cx="5097098" cy="6965804"/>
          </a:xfrm>
        </p:grpSpPr>
        <p:sp>
          <p:nvSpPr>
            <p:cNvPr name="Freeform 7" id="7"/>
            <p:cNvSpPr/>
            <p:nvPr/>
          </p:nvSpPr>
          <p:spPr>
            <a:xfrm flipH="false" flipV="false" rot="0">
              <a:off x="-9098" y="-6509"/>
              <a:ext cx="5111428" cy="6997857"/>
            </a:xfrm>
            <a:custGeom>
              <a:avLst/>
              <a:gdLst/>
              <a:ahLst/>
              <a:cxnLst/>
              <a:rect r="r" b="b" t="t" l="l"/>
              <a:pathLst>
                <a:path h="6997857" w="5111428">
                  <a:moveTo>
                    <a:pt x="63030" y="6404304"/>
                  </a:moveTo>
                  <a:cubicBezTo>
                    <a:pt x="63030" y="6404304"/>
                    <a:pt x="0" y="6157740"/>
                    <a:pt x="10218" y="1214762"/>
                  </a:cubicBezTo>
                  <a:cubicBezTo>
                    <a:pt x="18651" y="990971"/>
                    <a:pt x="65033" y="645332"/>
                    <a:pt x="65033" y="645332"/>
                  </a:cubicBezTo>
                  <a:cubicBezTo>
                    <a:pt x="82233" y="502466"/>
                    <a:pt x="56685" y="337866"/>
                    <a:pt x="181385" y="223925"/>
                  </a:cubicBezTo>
                  <a:cubicBezTo>
                    <a:pt x="346794" y="72788"/>
                    <a:pt x="621643" y="0"/>
                    <a:pt x="4218355" y="6965"/>
                  </a:cubicBezTo>
                  <a:cubicBezTo>
                    <a:pt x="4435103" y="16819"/>
                    <a:pt x="4639418" y="36481"/>
                    <a:pt x="4773607" y="101690"/>
                  </a:cubicBezTo>
                  <a:cubicBezTo>
                    <a:pt x="5029653" y="226120"/>
                    <a:pt x="5111428" y="459160"/>
                    <a:pt x="5105940" y="704684"/>
                  </a:cubicBezTo>
                  <a:cubicBezTo>
                    <a:pt x="5105940" y="704684"/>
                    <a:pt x="5062652" y="1013073"/>
                    <a:pt x="5070086" y="1248607"/>
                  </a:cubicBezTo>
                  <a:cubicBezTo>
                    <a:pt x="5077209" y="6146105"/>
                    <a:pt x="5084366" y="6341708"/>
                    <a:pt x="5084366" y="6341708"/>
                  </a:cubicBezTo>
                  <a:cubicBezTo>
                    <a:pt x="5067684" y="6557440"/>
                    <a:pt x="4953040" y="6768052"/>
                    <a:pt x="4756171" y="6879676"/>
                  </a:cubicBezTo>
                  <a:cubicBezTo>
                    <a:pt x="4605819" y="6964925"/>
                    <a:pt x="4407788" y="6980023"/>
                    <a:pt x="3498312" y="6969281"/>
                  </a:cubicBezTo>
                  <a:cubicBezTo>
                    <a:pt x="645952" y="6964004"/>
                    <a:pt x="384604" y="6997857"/>
                    <a:pt x="254278" y="6888700"/>
                  </a:cubicBezTo>
                  <a:cubicBezTo>
                    <a:pt x="145767" y="6797815"/>
                    <a:pt x="81795" y="6604503"/>
                    <a:pt x="63030" y="6404304"/>
                  </a:cubicBezTo>
                  <a:close/>
                </a:path>
              </a:pathLst>
            </a:custGeom>
            <a:solidFill>
              <a:srgbClr val="FFFAEB"/>
            </a:solidFill>
          </p:spPr>
        </p:sp>
      </p:grpSp>
      <p:sp>
        <p:nvSpPr>
          <p:cNvPr name="TextBox 8" id="8"/>
          <p:cNvSpPr txBox="true"/>
          <p:nvPr/>
        </p:nvSpPr>
        <p:spPr>
          <a:xfrm rot="0">
            <a:off x="1776901" y="2220685"/>
            <a:ext cx="6199798" cy="3073855"/>
          </a:xfrm>
          <a:prstGeom prst="rect">
            <a:avLst/>
          </a:prstGeom>
        </p:spPr>
        <p:txBody>
          <a:bodyPr anchor="t" rtlCol="false" tIns="0" lIns="0" bIns="0" rIns="0">
            <a:spAutoFit/>
          </a:bodyPr>
          <a:lstStyle/>
          <a:p>
            <a:pPr algn="ctr">
              <a:lnSpc>
                <a:spcPts val="11846"/>
              </a:lnSpc>
            </a:pPr>
            <a:r>
              <a:rPr lang="en-US" sz="11729">
                <a:solidFill>
                  <a:srgbClr val="000000"/>
                </a:solidFill>
                <a:latin typeface="Just Another Hand"/>
              </a:rPr>
              <a:t>English Collocations </a:t>
            </a:r>
          </a:p>
        </p:txBody>
      </p:sp>
      <p:sp>
        <p:nvSpPr>
          <p:cNvPr name="Freeform 9" id="9"/>
          <p:cNvSpPr/>
          <p:nvPr/>
        </p:nvSpPr>
        <p:spPr>
          <a:xfrm flipH="false" flipV="false" rot="300383">
            <a:off x="536251" y="3669253"/>
            <a:ext cx="282585" cy="354845"/>
          </a:xfrm>
          <a:custGeom>
            <a:avLst/>
            <a:gdLst/>
            <a:ahLst/>
            <a:cxnLst/>
            <a:rect r="r" b="b" t="t" l="l"/>
            <a:pathLst>
              <a:path h="354845" w="282585">
                <a:moveTo>
                  <a:pt x="0" y="0"/>
                </a:moveTo>
                <a:lnTo>
                  <a:pt x="282585" y="0"/>
                </a:lnTo>
                <a:lnTo>
                  <a:pt x="282585" y="354845"/>
                </a:lnTo>
                <a:lnTo>
                  <a:pt x="0" y="3548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300383">
            <a:off x="223778" y="4175769"/>
            <a:ext cx="282585" cy="354845"/>
          </a:xfrm>
          <a:custGeom>
            <a:avLst/>
            <a:gdLst/>
            <a:ahLst/>
            <a:cxnLst/>
            <a:rect r="r" b="b" t="t" l="l"/>
            <a:pathLst>
              <a:path h="354845" w="282585">
                <a:moveTo>
                  <a:pt x="0" y="0"/>
                </a:moveTo>
                <a:lnTo>
                  <a:pt x="282585" y="0"/>
                </a:lnTo>
                <a:lnTo>
                  <a:pt x="282585" y="354845"/>
                </a:lnTo>
                <a:lnTo>
                  <a:pt x="0" y="3548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300383">
            <a:off x="285566" y="5306194"/>
            <a:ext cx="282585" cy="354845"/>
          </a:xfrm>
          <a:custGeom>
            <a:avLst/>
            <a:gdLst/>
            <a:ahLst/>
            <a:cxnLst/>
            <a:rect r="r" b="b" t="t" l="l"/>
            <a:pathLst>
              <a:path h="354845" w="282585">
                <a:moveTo>
                  <a:pt x="0" y="0"/>
                </a:moveTo>
                <a:lnTo>
                  <a:pt x="282586" y="0"/>
                </a:lnTo>
                <a:lnTo>
                  <a:pt x="282586" y="354844"/>
                </a:lnTo>
                <a:lnTo>
                  <a:pt x="0" y="354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00383">
            <a:off x="598040" y="4761670"/>
            <a:ext cx="282585" cy="354845"/>
          </a:xfrm>
          <a:custGeom>
            <a:avLst/>
            <a:gdLst/>
            <a:ahLst/>
            <a:cxnLst/>
            <a:rect r="r" b="b" t="t" l="l"/>
            <a:pathLst>
              <a:path h="354845" w="282585">
                <a:moveTo>
                  <a:pt x="0" y="0"/>
                </a:moveTo>
                <a:lnTo>
                  <a:pt x="282585" y="0"/>
                </a:lnTo>
                <a:lnTo>
                  <a:pt x="282585" y="354845"/>
                </a:lnTo>
                <a:lnTo>
                  <a:pt x="0" y="3548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00383">
            <a:off x="754276" y="4175769"/>
            <a:ext cx="282585" cy="354845"/>
          </a:xfrm>
          <a:custGeom>
            <a:avLst/>
            <a:gdLst/>
            <a:ahLst/>
            <a:cxnLst/>
            <a:rect r="r" b="b" t="t" l="l"/>
            <a:pathLst>
              <a:path h="354845" w="282585">
                <a:moveTo>
                  <a:pt x="0" y="0"/>
                </a:moveTo>
                <a:lnTo>
                  <a:pt x="282586" y="0"/>
                </a:lnTo>
                <a:lnTo>
                  <a:pt x="282586" y="354845"/>
                </a:lnTo>
                <a:lnTo>
                  <a:pt x="0" y="3548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true" flipV="false" rot="0">
            <a:off x="1776901" y="2075649"/>
            <a:ext cx="1744335" cy="825652"/>
          </a:xfrm>
          <a:custGeom>
            <a:avLst/>
            <a:gdLst/>
            <a:ahLst/>
            <a:cxnLst/>
            <a:rect r="r" b="b" t="t" l="l"/>
            <a:pathLst>
              <a:path h="825652" w="1744335">
                <a:moveTo>
                  <a:pt x="1744335" y="0"/>
                </a:moveTo>
                <a:lnTo>
                  <a:pt x="0" y="0"/>
                </a:lnTo>
                <a:lnTo>
                  <a:pt x="0" y="825652"/>
                </a:lnTo>
                <a:lnTo>
                  <a:pt x="1744335" y="825652"/>
                </a:lnTo>
                <a:lnTo>
                  <a:pt x="174433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6593377" y="737259"/>
            <a:ext cx="2824614" cy="2181481"/>
          </a:xfrm>
          <a:custGeom>
            <a:avLst/>
            <a:gdLst/>
            <a:ahLst/>
            <a:cxnLst/>
            <a:rect r="r" b="b" t="t" l="l"/>
            <a:pathLst>
              <a:path h="2181481" w="2824614">
                <a:moveTo>
                  <a:pt x="0" y="0"/>
                </a:moveTo>
                <a:lnTo>
                  <a:pt x="2824614" y="0"/>
                </a:lnTo>
                <a:lnTo>
                  <a:pt x="2824614" y="2181481"/>
                </a:lnTo>
                <a:lnTo>
                  <a:pt x="0" y="2181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731520" y="4666092"/>
            <a:ext cx="2540431" cy="2225406"/>
          </a:xfrm>
          <a:custGeom>
            <a:avLst/>
            <a:gdLst/>
            <a:ahLst/>
            <a:cxnLst/>
            <a:rect r="r" b="b" t="t" l="l"/>
            <a:pathLst>
              <a:path h="2225406" w="2540431">
                <a:moveTo>
                  <a:pt x="0" y="0"/>
                </a:moveTo>
                <a:lnTo>
                  <a:pt x="2540431" y="0"/>
                </a:lnTo>
                <a:lnTo>
                  <a:pt x="2540431" y="2225407"/>
                </a:lnTo>
                <a:lnTo>
                  <a:pt x="0" y="22254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2990885" y="5571847"/>
            <a:ext cx="3771829" cy="260350"/>
          </a:xfrm>
          <a:prstGeom prst="rect">
            <a:avLst/>
          </a:prstGeom>
        </p:spPr>
        <p:txBody>
          <a:bodyPr anchor="t" rtlCol="false" tIns="0" lIns="0" bIns="0" rIns="0">
            <a:spAutoFit/>
          </a:bodyPr>
          <a:lstStyle/>
          <a:p>
            <a:pPr algn="ctr">
              <a:lnSpc>
                <a:spcPts val="1999"/>
              </a:lnSpc>
            </a:pPr>
            <a:r>
              <a:rPr lang="en-US" sz="1999">
                <a:solidFill>
                  <a:srgbClr val="1D1D1B"/>
                </a:solidFill>
                <a:latin typeface="More Sugar Thin"/>
              </a:rPr>
              <a:t>With Teacher Hailey</a:t>
            </a:r>
          </a:p>
        </p:txBody>
      </p:sp>
      <p:sp>
        <p:nvSpPr>
          <p:cNvPr name="TextBox 18" id="18"/>
          <p:cNvSpPr txBox="true"/>
          <p:nvPr/>
        </p:nvSpPr>
        <p:spPr>
          <a:xfrm rot="0">
            <a:off x="2628593" y="1567649"/>
            <a:ext cx="4496415" cy="260350"/>
          </a:xfrm>
          <a:prstGeom prst="rect">
            <a:avLst/>
          </a:prstGeom>
        </p:spPr>
        <p:txBody>
          <a:bodyPr anchor="t" rtlCol="false" tIns="0" lIns="0" bIns="0" rIns="0">
            <a:spAutoFit/>
          </a:bodyPr>
          <a:lstStyle/>
          <a:p>
            <a:pPr algn="ctr">
              <a:lnSpc>
                <a:spcPts val="1999"/>
              </a:lnSpc>
            </a:pPr>
            <a:r>
              <a:rPr lang="en-US" sz="1999">
                <a:solidFill>
                  <a:srgbClr val="1D1D1B"/>
                </a:solidFill>
                <a:latin typeface="More Sugar Thin"/>
              </a:rPr>
              <a:t> Five Fingers High School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592557" y="844046"/>
            <a:ext cx="8442960" cy="5315408"/>
            <a:chOff x="0" y="0"/>
            <a:chExt cx="6169886" cy="3884356"/>
          </a:xfrm>
        </p:grpSpPr>
        <p:sp>
          <p:nvSpPr>
            <p:cNvPr name="Freeform 6" id="6"/>
            <p:cNvSpPr/>
            <p:nvPr/>
          </p:nvSpPr>
          <p:spPr>
            <a:xfrm flipH="false" flipV="false" rot="0">
              <a:off x="-1" y="0"/>
              <a:ext cx="6176157" cy="3888984"/>
            </a:xfrm>
            <a:custGeom>
              <a:avLst/>
              <a:gdLst/>
              <a:ahLst/>
              <a:cxnLst/>
              <a:rect r="r" b="b" t="t" l="l"/>
              <a:pathLst>
                <a:path h="3888984" w="6176157">
                  <a:moveTo>
                    <a:pt x="6138056" y="3283812"/>
                  </a:moveTo>
                  <a:cubicBezTo>
                    <a:pt x="6135629" y="3463836"/>
                    <a:pt x="5962514" y="3597490"/>
                    <a:pt x="5761638" y="3597490"/>
                  </a:cubicBezTo>
                  <a:cubicBezTo>
                    <a:pt x="5761638" y="3597490"/>
                    <a:pt x="5567658" y="3587520"/>
                    <a:pt x="5271250" y="3600964"/>
                  </a:cubicBezTo>
                  <a:cubicBezTo>
                    <a:pt x="5084075" y="3609454"/>
                    <a:pt x="1597307" y="3612581"/>
                    <a:pt x="908799" y="3613734"/>
                  </a:cubicBezTo>
                  <a:lnTo>
                    <a:pt x="940817" y="3866531"/>
                  </a:lnTo>
                  <a:cubicBezTo>
                    <a:pt x="942220" y="3879879"/>
                    <a:pt x="927684" y="3888984"/>
                    <a:pt x="916302" y="3881870"/>
                  </a:cubicBezTo>
                  <a:cubicBezTo>
                    <a:pt x="864324" y="3849385"/>
                    <a:pt x="793268" y="3808018"/>
                    <a:pt x="653873" y="3720570"/>
                  </a:cubicBezTo>
                  <a:cubicBezTo>
                    <a:pt x="595960" y="3684239"/>
                    <a:pt x="543807" y="3645356"/>
                    <a:pt x="504750" y="3614359"/>
                  </a:cubicBezTo>
                  <a:cubicBezTo>
                    <a:pt x="439719" y="3614407"/>
                    <a:pt x="401817" y="3614407"/>
                    <a:pt x="401817" y="3614407"/>
                  </a:cubicBezTo>
                  <a:cubicBezTo>
                    <a:pt x="200942" y="3614407"/>
                    <a:pt x="26610" y="3517139"/>
                    <a:pt x="25400" y="3357026"/>
                  </a:cubicBezTo>
                  <a:cubicBezTo>
                    <a:pt x="25400" y="3357026"/>
                    <a:pt x="0" y="821138"/>
                    <a:pt x="0" y="606979"/>
                  </a:cubicBezTo>
                  <a:cubicBezTo>
                    <a:pt x="0" y="392820"/>
                    <a:pt x="12700" y="249245"/>
                    <a:pt x="12700" y="249245"/>
                  </a:cubicBezTo>
                  <a:cubicBezTo>
                    <a:pt x="12701" y="120576"/>
                    <a:pt x="1" y="0"/>
                    <a:pt x="376419" y="8134"/>
                  </a:cubicBezTo>
                  <a:cubicBezTo>
                    <a:pt x="376419" y="8134"/>
                    <a:pt x="936900" y="28433"/>
                    <a:pt x="1332325" y="20834"/>
                  </a:cubicBezTo>
                  <a:cubicBezTo>
                    <a:pt x="4463461" y="12700"/>
                    <a:pt x="5723538" y="0"/>
                    <a:pt x="5723538" y="0"/>
                  </a:cubicBezTo>
                  <a:cubicBezTo>
                    <a:pt x="5978826" y="0"/>
                    <a:pt x="6169886" y="101068"/>
                    <a:pt x="6163456" y="303615"/>
                  </a:cubicBezTo>
                  <a:cubicBezTo>
                    <a:pt x="6163456" y="303615"/>
                    <a:pt x="6161821" y="802156"/>
                    <a:pt x="6168989" y="2458828"/>
                  </a:cubicBezTo>
                  <a:cubicBezTo>
                    <a:pt x="6176157" y="2950742"/>
                    <a:pt x="6138056" y="3283812"/>
                    <a:pt x="6138056" y="3283812"/>
                  </a:cubicBezTo>
                  <a:close/>
                </a:path>
              </a:pathLst>
            </a:custGeom>
            <a:solidFill>
              <a:srgbClr val="EEC51D"/>
            </a:solidFill>
          </p:spPr>
        </p:sp>
      </p:grpSp>
      <p:sp>
        <p:nvSpPr>
          <p:cNvPr name="Freeform 7" id="7"/>
          <p:cNvSpPr/>
          <p:nvPr/>
        </p:nvSpPr>
        <p:spPr>
          <a:xfrm flipH="false" flipV="false" rot="0">
            <a:off x="6630787" y="4757024"/>
            <a:ext cx="2920307" cy="2558176"/>
          </a:xfrm>
          <a:custGeom>
            <a:avLst/>
            <a:gdLst/>
            <a:ahLst/>
            <a:cxnLst/>
            <a:rect r="r" b="b" t="t" l="l"/>
            <a:pathLst>
              <a:path h="2558176" w="2920307">
                <a:moveTo>
                  <a:pt x="0" y="0"/>
                </a:moveTo>
                <a:lnTo>
                  <a:pt x="2920308" y="0"/>
                </a:lnTo>
                <a:lnTo>
                  <a:pt x="2920308" y="2558176"/>
                </a:lnTo>
                <a:lnTo>
                  <a:pt x="0" y="25581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902500" y="6159454"/>
            <a:ext cx="648595" cy="424226"/>
          </a:xfrm>
          <a:custGeom>
            <a:avLst/>
            <a:gdLst/>
            <a:ahLst/>
            <a:cxnLst/>
            <a:rect r="r" b="b" t="t" l="l"/>
            <a:pathLst>
              <a:path h="424226" w="648595">
                <a:moveTo>
                  <a:pt x="0" y="0"/>
                </a:moveTo>
                <a:lnTo>
                  <a:pt x="648595" y="0"/>
                </a:lnTo>
                <a:lnTo>
                  <a:pt x="648595" y="424226"/>
                </a:lnTo>
                <a:lnTo>
                  <a:pt x="0" y="4242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2949494" y="1591343"/>
            <a:ext cx="3854613" cy="626871"/>
          </a:xfrm>
          <a:prstGeom prst="rect">
            <a:avLst/>
          </a:prstGeom>
        </p:spPr>
        <p:txBody>
          <a:bodyPr anchor="t" rtlCol="false" tIns="0" lIns="0" bIns="0" rIns="0">
            <a:spAutoFit/>
          </a:bodyPr>
          <a:lstStyle/>
          <a:p>
            <a:pPr algn="ctr">
              <a:lnSpc>
                <a:spcPts val="4783"/>
              </a:lnSpc>
            </a:pPr>
            <a:r>
              <a:rPr lang="en-US" sz="4599">
                <a:solidFill>
                  <a:srgbClr val="000000"/>
                </a:solidFill>
                <a:latin typeface="Just Another Hand"/>
              </a:rPr>
              <a:t>Concepts and Definitions</a:t>
            </a:r>
          </a:p>
        </p:txBody>
      </p:sp>
      <p:sp>
        <p:nvSpPr>
          <p:cNvPr name="TextBox 10" id="10"/>
          <p:cNvSpPr txBox="true"/>
          <p:nvPr/>
        </p:nvSpPr>
        <p:spPr>
          <a:xfrm rot="0">
            <a:off x="1142079" y="2299049"/>
            <a:ext cx="7469442" cy="2669477"/>
          </a:xfrm>
          <a:prstGeom prst="rect">
            <a:avLst/>
          </a:prstGeom>
        </p:spPr>
        <p:txBody>
          <a:bodyPr anchor="t" rtlCol="false" tIns="0" lIns="0" bIns="0" rIns="0">
            <a:spAutoFit/>
          </a:bodyPr>
          <a:lstStyle/>
          <a:p>
            <a:pPr algn="just">
              <a:lnSpc>
                <a:spcPts val="3538"/>
              </a:lnSpc>
            </a:pPr>
            <a:r>
              <a:rPr lang="en-US" sz="2527">
                <a:solidFill>
                  <a:srgbClr val="000000"/>
                </a:solidFill>
                <a:latin typeface="Mali Bold"/>
              </a:rPr>
              <a:t>Collocation means a natural combination of words; it refers to the way English words are closely associated with each other. For example, do and homework go together, as do make and mistakes; tall goes with man/woman and high with mountain.</a:t>
            </a:r>
          </a:p>
        </p:txBody>
      </p:sp>
      <p:sp>
        <p:nvSpPr>
          <p:cNvPr name="Freeform 11" id="11"/>
          <p:cNvSpPr/>
          <p:nvPr/>
        </p:nvSpPr>
        <p:spPr>
          <a:xfrm flipH="false" flipV="false" rot="0">
            <a:off x="4871186" y="1009373"/>
            <a:ext cx="301077" cy="385099"/>
          </a:xfrm>
          <a:custGeom>
            <a:avLst/>
            <a:gdLst/>
            <a:ahLst/>
            <a:cxnLst/>
            <a:rect r="r" b="b" t="t" l="l"/>
            <a:pathLst>
              <a:path h="385099" w="301077">
                <a:moveTo>
                  <a:pt x="0" y="0"/>
                </a:moveTo>
                <a:lnTo>
                  <a:pt x="301077" y="0"/>
                </a:lnTo>
                <a:lnTo>
                  <a:pt x="301077" y="385099"/>
                </a:lnTo>
                <a:lnTo>
                  <a:pt x="0" y="3850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transition spd="slow">
    <p:cover dir="ld"/>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592557" y="844046"/>
            <a:ext cx="8442960" cy="5739634"/>
            <a:chOff x="0" y="0"/>
            <a:chExt cx="6169886" cy="4194369"/>
          </a:xfrm>
        </p:grpSpPr>
        <p:sp>
          <p:nvSpPr>
            <p:cNvPr name="Freeform 6" id="6"/>
            <p:cNvSpPr/>
            <p:nvPr/>
          </p:nvSpPr>
          <p:spPr>
            <a:xfrm flipH="false" flipV="false" rot="0">
              <a:off x="-1" y="0"/>
              <a:ext cx="6176157" cy="4198997"/>
            </a:xfrm>
            <a:custGeom>
              <a:avLst/>
              <a:gdLst/>
              <a:ahLst/>
              <a:cxnLst/>
              <a:rect r="r" b="b" t="t" l="l"/>
              <a:pathLst>
                <a:path h="4198997" w="6176157">
                  <a:moveTo>
                    <a:pt x="6138056" y="3593825"/>
                  </a:moveTo>
                  <a:cubicBezTo>
                    <a:pt x="6135629" y="3773849"/>
                    <a:pt x="5962514" y="3907503"/>
                    <a:pt x="5761638" y="3907503"/>
                  </a:cubicBezTo>
                  <a:cubicBezTo>
                    <a:pt x="5761638" y="3907503"/>
                    <a:pt x="5567658" y="3897533"/>
                    <a:pt x="5271250" y="3910977"/>
                  </a:cubicBezTo>
                  <a:cubicBezTo>
                    <a:pt x="5084075" y="3919467"/>
                    <a:pt x="1597307" y="3922594"/>
                    <a:pt x="908799" y="3923747"/>
                  </a:cubicBezTo>
                  <a:lnTo>
                    <a:pt x="940817" y="4176545"/>
                  </a:lnTo>
                  <a:cubicBezTo>
                    <a:pt x="942220" y="4189892"/>
                    <a:pt x="927684" y="4198997"/>
                    <a:pt x="916302" y="4191884"/>
                  </a:cubicBezTo>
                  <a:cubicBezTo>
                    <a:pt x="864324" y="4159398"/>
                    <a:pt x="793268" y="4118030"/>
                    <a:pt x="653873" y="4030583"/>
                  </a:cubicBezTo>
                  <a:cubicBezTo>
                    <a:pt x="595960" y="3994252"/>
                    <a:pt x="543807" y="3955369"/>
                    <a:pt x="504750" y="3924372"/>
                  </a:cubicBezTo>
                  <a:cubicBezTo>
                    <a:pt x="439719" y="3924420"/>
                    <a:pt x="401817" y="3924420"/>
                    <a:pt x="401817" y="3924420"/>
                  </a:cubicBezTo>
                  <a:cubicBezTo>
                    <a:pt x="200942" y="3924420"/>
                    <a:pt x="26610" y="3827152"/>
                    <a:pt x="25400" y="3667040"/>
                  </a:cubicBezTo>
                  <a:cubicBezTo>
                    <a:pt x="25400" y="3667040"/>
                    <a:pt x="0" y="821138"/>
                    <a:pt x="0" y="606979"/>
                  </a:cubicBezTo>
                  <a:cubicBezTo>
                    <a:pt x="0" y="392820"/>
                    <a:pt x="12700" y="249245"/>
                    <a:pt x="12700" y="249245"/>
                  </a:cubicBezTo>
                  <a:cubicBezTo>
                    <a:pt x="12701" y="120576"/>
                    <a:pt x="1" y="0"/>
                    <a:pt x="376419" y="8134"/>
                  </a:cubicBezTo>
                  <a:cubicBezTo>
                    <a:pt x="376419" y="8134"/>
                    <a:pt x="936900" y="28433"/>
                    <a:pt x="1332325" y="20834"/>
                  </a:cubicBezTo>
                  <a:cubicBezTo>
                    <a:pt x="4463461" y="12700"/>
                    <a:pt x="5723538" y="0"/>
                    <a:pt x="5723538" y="0"/>
                  </a:cubicBezTo>
                  <a:cubicBezTo>
                    <a:pt x="5978826" y="0"/>
                    <a:pt x="6169886" y="101068"/>
                    <a:pt x="6163456" y="303615"/>
                  </a:cubicBezTo>
                  <a:cubicBezTo>
                    <a:pt x="6163456" y="303615"/>
                    <a:pt x="6161821" y="802156"/>
                    <a:pt x="6168989" y="2729421"/>
                  </a:cubicBezTo>
                  <a:cubicBezTo>
                    <a:pt x="6176157" y="3260755"/>
                    <a:pt x="6138056" y="3593825"/>
                    <a:pt x="6138056" y="3593825"/>
                  </a:cubicBezTo>
                  <a:close/>
                </a:path>
              </a:pathLst>
            </a:custGeom>
            <a:solidFill>
              <a:srgbClr val="EEC51D"/>
            </a:solidFill>
          </p:spPr>
        </p:sp>
      </p:grpSp>
      <p:sp>
        <p:nvSpPr>
          <p:cNvPr name="TextBox 7" id="7"/>
          <p:cNvSpPr txBox="true"/>
          <p:nvPr/>
        </p:nvSpPr>
        <p:spPr>
          <a:xfrm rot="0">
            <a:off x="1972759" y="1390965"/>
            <a:ext cx="5808082" cy="682624"/>
          </a:xfrm>
          <a:prstGeom prst="rect">
            <a:avLst/>
          </a:prstGeom>
        </p:spPr>
        <p:txBody>
          <a:bodyPr anchor="t" rtlCol="false" tIns="0" lIns="0" bIns="0" rIns="0">
            <a:spAutoFit/>
          </a:bodyPr>
          <a:lstStyle/>
          <a:p>
            <a:pPr algn="ctr">
              <a:lnSpc>
                <a:spcPts val="5199"/>
              </a:lnSpc>
            </a:pPr>
            <a:r>
              <a:rPr lang="en-US" sz="4999">
                <a:solidFill>
                  <a:srgbClr val="000000"/>
                </a:solidFill>
                <a:latin typeface="Just Another Hand"/>
              </a:rPr>
              <a:t>why should we learn collocations?</a:t>
            </a:r>
          </a:p>
        </p:txBody>
      </p:sp>
      <p:sp>
        <p:nvSpPr>
          <p:cNvPr name="TextBox 8" id="8"/>
          <p:cNvSpPr txBox="true"/>
          <p:nvPr/>
        </p:nvSpPr>
        <p:spPr>
          <a:xfrm rot="0">
            <a:off x="1142079" y="2110007"/>
            <a:ext cx="7469442" cy="3405442"/>
          </a:xfrm>
          <a:prstGeom prst="rect">
            <a:avLst/>
          </a:prstGeom>
        </p:spPr>
        <p:txBody>
          <a:bodyPr anchor="t" rtlCol="false" tIns="0" lIns="0" bIns="0" rIns="0">
            <a:spAutoFit/>
          </a:bodyPr>
          <a:lstStyle/>
          <a:p>
            <a:pPr algn="just">
              <a:lnSpc>
                <a:spcPts val="3398"/>
              </a:lnSpc>
            </a:pPr>
            <a:r>
              <a:rPr lang="en-US" sz="2427">
                <a:solidFill>
                  <a:srgbClr val="000000"/>
                </a:solidFill>
                <a:latin typeface="Mali Bold"/>
              </a:rPr>
              <a:t>Learning collocations will help you to increase your range of English vocabulary. For example, you’ll find it easier to avoid words like very or nice or beautiful or get by choosing a word that fits the context better and has a more precise meaning. This is particularly useful if you are taking an exam in English and want to make a good impression on the listeners.</a:t>
            </a:r>
          </a:p>
        </p:txBody>
      </p:sp>
      <p:sp>
        <p:nvSpPr>
          <p:cNvPr name="Freeform 9" id="9"/>
          <p:cNvSpPr/>
          <p:nvPr/>
        </p:nvSpPr>
        <p:spPr>
          <a:xfrm flipH="false" flipV="false" rot="0">
            <a:off x="4726261" y="929666"/>
            <a:ext cx="301077" cy="385099"/>
          </a:xfrm>
          <a:custGeom>
            <a:avLst/>
            <a:gdLst/>
            <a:ahLst/>
            <a:cxnLst/>
            <a:rect r="r" b="b" t="t" l="l"/>
            <a:pathLst>
              <a:path h="385099" w="301077">
                <a:moveTo>
                  <a:pt x="0" y="0"/>
                </a:moveTo>
                <a:lnTo>
                  <a:pt x="301078" y="0"/>
                </a:lnTo>
                <a:lnTo>
                  <a:pt x="301078" y="385099"/>
                </a:lnTo>
                <a:lnTo>
                  <a:pt x="0" y="385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7403357" y="4692449"/>
            <a:ext cx="2416328" cy="3164240"/>
          </a:xfrm>
          <a:custGeom>
            <a:avLst/>
            <a:gdLst/>
            <a:ahLst/>
            <a:cxnLst/>
            <a:rect r="r" b="b" t="t" l="l"/>
            <a:pathLst>
              <a:path h="3164240" w="2416328">
                <a:moveTo>
                  <a:pt x="0" y="0"/>
                </a:moveTo>
                <a:lnTo>
                  <a:pt x="2416328" y="0"/>
                </a:lnTo>
                <a:lnTo>
                  <a:pt x="2416328" y="3164239"/>
                </a:lnTo>
                <a:lnTo>
                  <a:pt x="0" y="31642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slow">
    <p:cover dir="lu"/>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567690" y="890175"/>
            <a:ext cx="8656320" cy="5572950"/>
            <a:chOff x="0" y="0"/>
            <a:chExt cx="8454799" cy="5443211"/>
          </a:xfrm>
        </p:grpSpPr>
        <p:sp>
          <p:nvSpPr>
            <p:cNvPr name="Freeform 6" id="6"/>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7" id="7"/>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CF0"/>
            </a:solidFill>
          </p:spPr>
        </p:sp>
        <p:sp>
          <p:nvSpPr>
            <p:cNvPr name="Freeform 8" id="8"/>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9" id="9"/>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4013100" y="1849050"/>
            <a:ext cx="5009429" cy="1101361"/>
            <a:chOff x="0" y="0"/>
            <a:chExt cx="857118" cy="188444"/>
          </a:xfrm>
        </p:grpSpPr>
        <p:sp>
          <p:nvSpPr>
            <p:cNvPr name="Freeform 11" id="1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2" id="1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hamburgers</a:t>
              </a:r>
            </a:p>
          </p:txBody>
        </p:sp>
      </p:grpSp>
      <p:sp>
        <p:nvSpPr>
          <p:cNvPr name="AutoShape 13" id="13"/>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4" id="14"/>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6" id="16"/>
          <p:cNvGrpSpPr/>
          <p:nvPr/>
        </p:nvGrpSpPr>
        <p:grpSpPr>
          <a:xfrm rot="0">
            <a:off x="4017352" y="4737156"/>
            <a:ext cx="5000926" cy="1101361"/>
            <a:chOff x="0" y="0"/>
            <a:chExt cx="855663" cy="188444"/>
          </a:xfrm>
        </p:grpSpPr>
        <p:sp>
          <p:nvSpPr>
            <p:cNvPr name="Freeform 17" id="17"/>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8" id="18"/>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playing soccer</a:t>
              </a:r>
            </a:p>
          </p:txBody>
        </p:sp>
      </p:grpSp>
      <p:grpSp>
        <p:nvGrpSpPr>
          <p:cNvPr name="Group 19" id="19"/>
          <p:cNvGrpSpPr/>
          <p:nvPr/>
        </p:nvGrpSpPr>
        <p:grpSpPr>
          <a:xfrm rot="0">
            <a:off x="4012651" y="3292895"/>
            <a:ext cx="5009429" cy="1101361"/>
            <a:chOff x="0" y="0"/>
            <a:chExt cx="857118" cy="188444"/>
          </a:xfrm>
        </p:grpSpPr>
        <p:sp>
          <p:nvSpPr>
            <p:cNvPr name="Freeform 20" id="20"/>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1" id="21"/>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baseball</a:t>
              </a:r>
            </a:p>
          </p:txBody>
        </p:sp>
      </p:grpSp>
      <p:sp>
        <p:nvSpPr>
          <p:cNvPr name="Freeform 22" id="22"/>
          <p:cNvSpPr/>
          <p:nvPr/>
        </p:nvSpPr>
        <p:spPr>
          <a:xfrm flipH="false" flipV="false" rot="0">
            <a:off x="134199" y="5039058"/>
            <a:ext cx="3320632" cy="2276142"/>
          </a:xfrm>
          <a:custGeom>
            <a:avLst/>
            <a:gdLst/>
            <a:ahLst/>
            <a:cxnLst/>
            <a:rect r="r" b="b" t="t" l="l"/>
            <a:pathLst>
              <a:path h="2276142" w="3320632">
                <a:moveTo>
                  <a:pt x="0" y="0"/>
                </a:moveTo>
                <a:lnTo>
                  <a:pt x="3320632" y="0"/>
                </a:lnTo>
                <a:lnTo>
                  <a:pt x="3320632" y="2276142"/>
                </a:lnTo>
                <a:lnTo>
                  <a:pt x="0" y="22761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4" id="24"/>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LIKE</a:t>
            </a:r>
          </a:p>
        </p:txBody>
      </p:sp>
    </p:spTree>
  </p:cSld>
  <p:clrMapOvr>
    <a:masterClrMapping/>
  </p:clrMapOvr>
  <p:transition spd="slow">
    <p:cover dir="lu"/>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a party</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a breakfast</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fun</a:t>
              </a:r>
            </a:p>
          </p:txBody>
        </p:sp>
      </p:grpSp>
      <p:sp>
        <p:nvSpPr>
          <p:cNvPr name="Freeform 23" id="23"/>
          <p:cNvSpPr/>
          <p:nvPr/>
        </p:nvSpPr>
        <p:spPr>
          <a:xfrm flipH="false" flipV="false" rot="0">
            <a:off x="-109955" y="4737156"/>
            <a:ext cx="2666221" cy="2637135"/>
          </a:xfrm>
          <a:custGeom>
            <a:avLst/>
            <a:gdLst/>
            <a:ahLst/>
            <a:cxnLst/>
            <a:rect r="r" b="b" t="t" l="l"/>
            <a:pathLst>
              <a:path h="2637135" w="2666221">
                <a:moveTo>
                  <a:pt x="0" y="0"/>
                </a:moveTo>
                <a:lnTo>
                  <a:pt x="2666222" y="0"/>
                </a:lnTo>
                <a:lnTo>
                  <a:pt x="2666222" y="2637135"/>
                </a:lnTo>
                <a:lnTo>
                  <a:pt x="0" y="26371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HAVE</a:t>
            </a:r>
          </a:p>
        </p:txBody>
      </p:sp>
    </p:spTree>
  </p:cSld>
  <p:clrMapOvr>
    <a:masterClrMapping/>
  </p:clrMapOvr>
  <p:transition spd="slow">
    <p:cover dir="lu"/>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off shoes</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something down</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serious</a:t>
              </a:r>
            </a:p>
          </p:txBody>
        </p:sp>
      </p:grpSp>
      <p:sp>
        <p:nvSpPr>
          <p:cNvPr name="Freeform 23" id="23"/>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98009" y="4712242"/>
            <a:ext cx="3001314" cy="2602958"/>
          </a:xfrm>
          <a:custGeom>
            <a:avLst/>
            <a:gdLst/>
            <a:ahLst/>
            <a:cxnLst/>
            <a:rect r="r" b="b" t="t" l="l"/>
            <a:pathLst>
              <a:path h="2602958" w="3001314">
                <a:moveTo>
                  <a:pt x="0" y="0"/>
                </a:moveTo>
                <a:lnTo>
                  <a:pt x="3001314" y="0"/>
                </a:lnTo>
                <a:lnTo>
                  <a:pt x="3001314" y="2602958"/>
                </a:lnTo>
                <a:lnTo>
                  <a:pt x="0" y="26029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TAKE</a:t>
            </a:r>
          </a:p>
        </p:txBody>
      </p:sp>
    </p:spTree>
  </p:cSld>
  <p:clrMapOvr>
    <a:masterClrMapping/>
  </p:clrMapOvr>
  <p:transition spd="slow">
    <p:cover dir="lu"/>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homework</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your hair</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exercise</a:t>
              </a:r>
            </a:p>
          </p:txBody>
        </p:sp>
      </p:grpSp>
      <p:sp>
        <p:nvSpPr>
          <p:cNvPr name="Freeform 23" id="23"/>
          <p:cNvSpPr/>
          <p:nvPr/>
        </p:nvSpPr>
        <p:spPr>
          <a:xfrm flipH="false" flipV="false" rot="0">
            <a:off x="0" y="4806856"/>
            <a:ext cx="2628164" cy="2513480"/>
          </a:xfrm>
          <a:custGeom>
            <a:avLst/>
            <a:gdLst/>
            <a:ahLst/>
            <a:cxnLst/>
            <a:rect r="r" b="b" t="t" l="l"/>
            <a:pathLst>
              <a:path h="2513480" w="2628164">
                <a:moveTo>
                  <a:pt x="0" y="0"/>
                </a:moveTo>
                <a:lnTo>
                  <a:pt x="2628164" y="0"/>
                </a:lnTo>
                <a:lnTo>
                  <a:pt x="2628164" y="2513480"/>
                </a:lnTo>
                <a:lnTo>
                  <a:pt x="0" y="25134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DO</a:t>
            </a:r>
          </a:p>
        </p:txBody>
      </p:sp>
    </p:spTree>
  </p:cSld>
  <p:clrMapOvr>
    <a:masterClrMapping/>
  </p:clrMapOvr>
  <p:transition spd="slow">
    <p:cover dir="lu"/>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a choice</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friends</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an excuse</a:t>
              </a:r>
            </a:p>
          </p:txBody>
        </p:sp>
      </p:grpSp>
      <p:sp>
        <p:nvSpPr>
          <p:cNvPr name="Freeform 23" id="23"/>
          <p:cNvSpPr/>
          <p:nvPr/>
        </p:nvSpPr>
        <p:spPr>
          <a:xfrm flipH="false" flipV="false" rot="0">
            <a:off x="0" y="4613553"/>
            <a:ext cx="2621594" cy="2685059"/>
          </a:xfrm>
          <a:custGeom>
            <a:avLst/>
            <a:gdLst/>
            <a:ahLst/>
            <a:cxnLst/>
            <a:rect r="r" b="b" t="t" l="l"/>
            <a:pathLst>
              <a:path h="2685059" w="2621594">
                <a:moveTo>
                  <a:pt x="0" y="0"/>
                </a:moveTo>
                <a:lnTo>
                  <a:pt x="2621594" y="0"/>
                </a:lnTo>
                <a:lnTo>
                  <a:pt x="2621594" y="2685059"/>
                </a:lnTo>
                <a:lnTo>
                  <a:pt x="0" y="26850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44419"/>
          </a:xfrm>
          <a:prstGeom prst="rect">
            <a:avLst/>
          </a:prstGeom>
        </p:spPr>
        <p:txBody>
          <a:bodyPr anchor="t" rtlCol="false" tIns="0" lIns="0" bIns="0" rIns="0">
            <a:spAutoFit/>
          </a:bodyPr>
          <a:lstStyle/>
          <a:p>
            <a:pPr algn="ctr">
              <a:lnSpc>
                <a:spcPts val="5682"/>
              </a:lnSpc>
              <a:spcBef>
                <a:spcPct val="0"/>
              </a:spcBef>
            </a:pPr>
            <a:r>
              <a:rPr lang="en-US" sz="5682">
                <a:solidFill>
                  <a:srgbClr val="000000"/>
                </a:solidFill>
                <a:latin typeface="Noot Bold"/>
              </a:rPr>
              <a:t>MAKE</a:t>
            </a:r>
          </a:p>
        </p:txBody>
      </p:sp>
    </p:spTree>
  </p:cSld>
  <p:clrMapOvr>
    <a:masterClrMapping/>
  </p:clrMapOvr>
  <p:transition spd="slow">
    <p:cover dir="lu"/>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fishing</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swimming</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to school</a:t>
              </a:r>
            </a:p>
          </p:txBody>
        </p:sp>
      </p:grpSp>
      <p:sp>
        <p:nvSpPr>
          <p:cNvPr name="Freeform 23" id="23"/>
          <p:cNvSpPr/>
          <p:nvPr/>
        </p:nvSpPr>
        <p:spPr>
          <a:xfrm flipH="false" flipV="false" rot="0">
            <a:off x="0" y="4686857"/>
            <a:ext cx="2828712" cy="2535555"/>
          </a:xfrm>
          <a:custGeom>
            <a:avLst/>
            <a:gdLst/>
            <a:ahLst/>
            <a:cxnLst/>
            <a:rect r="r" b="b" t="t" l="l"/>
            <a:pathLst>
              <a:path h="2535555" w="2828712">
                <a:moveTo>
                  <a:pt x="0" y="0"/>
                </a:moveTo>
                <a:lnTo>
                  <a:pt x="2828712" y="0"/>
                </a:lnTo>
                <a:lnTo>
                  <a:pt x="2828712" y="2535555"/>
                </a:lnTo>
                <a:lnTo>
                  <a:pt x="0" y="2535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GO</a:t>
            </a:r>
          </a:p>
        </p:txBody>
      </p:sp>
    </p:spTree>
  </p:cSld>
  <p:clrMapOvr>
    <a:masterClrMapping/>
  </p:clrMapOvr>
  <p:transition spd="slow">
    <p:cover dir="lu"/>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a grade</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married</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a degree</a:t>
              </a:r>
            </a:p>
          </p:txBody>
        </p:sp>
      </p:grpSp>
      <p:sp>
        <p:nvSpPr>
          <p:cNvPr name="Freeform 23" id="23"/>
          <p:cNvSpPr/>
          <p:nvPr/>
        </p:nvSpPr>
        <p:spPr>
          <a:xfrm flipH="false" flipV="false" rot="0">
            <a:off x="0" y="5094926"/>
            <a:ext cx="3901440" cy="2220274"/>
          </a:xfrm>
          <a:custGeom>
            <a:avLst/>
            <a:gdLst/>
            <a:ahLst/>
            <a:cxnLst/>
            <a:rect r="r" b="b" t="t" l="l"/>
            <a:pathLst>
              <a:path h="2220274" w="3901440">
                <a:moveTo>
                  <a:pt x="0" y="0"/>
                </a:moveTo>
                <a:lnTo>
                  <a:pt x="3901440" y="0"/>
                </a:lnTo>
                <a:lnTo>
                  <a:pt x="3901440" y="2220274"/>
                </a:lnTo>
                <a:lnTo>
                  <a:pt x="0" y="22202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GET</a:t>
            </a:r>
          </a:p>
        </p:txBody>
      </p:sp>
    </p:spTree>
  </p:cSld>
  <p:clrMapOvr>
    <a:masterClrMapping/>
  </p:clrMapOvr>
  <p:transition spd="slow">
    <p:cover dir="lu"/>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CDA2"/>
        </a:solidFill>
      </p:bgPr>
    </p:bg>
    <p:spTree>
      <p:nvGrpSpPr>
        <p:cNvPr id="1" name=""/>
        <p:cNvGrpSpPr/>
        <p:nvPr/>
      </p:nvGrpSpPr>
      <p:grpSpPr>
        <a:xfrm>
          <a:off x="0" y="0"/>
          <a:ext cx="0" cy="0"/>
          <a:chOff x="0" y="0"/>
          <a:chExt cx="0" cy="0"/>
        </a:xfrm>
      </p:grpSpPr>
      <p:sp>
        <p:nvSpPr>
          <p:cNvPr name="Freeform 2" id="2"/>
          <p:cNvSpPr/>
          <p:nvPr/>
        </p:nvSpPr>
        <p:spPr>
          <a:xfrm flipH="false" flipV="false" rot="-8597740">
            <a:off x="-696736" y="-481907"/>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597740">
            <a:off x="5570713" y="4896452"/>
            <a:ext cx="4590805" cy="3781154"/>
          </a:xfrm>
          <a:custGeom>
            <a:avLst/>
            <a:gdLst/>
            <a:ahLst/>
            <a:cxnLst/>
            <a:rect r="r" b="b" t="t" l="l"/>
            <a:pathLst>
              <a:path h="3781154" w="4590805">
                <a:moveTo>
                  <a:pt x="0" y="0"/>
                </a:moveTo>
                <a:lnTo>
                  <a:pt x="4590805" y="0"/>
                </a:lnTo>
                <a:lnTo>
                  <a:pt x="4590805" y="3781154"/>
                </a:lnTo>
                <a:lnTo>
                  <a:pt x="0" y="37811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15166">
            <a:off x="-211141" y="538908"/>
            <a:ext cx="1241575" cy="2829801"/>
          </a:xfrm>
          <a:custGeom>
            <a:avLst/>
            <a:gdLst/>
            <a:ahLst/>
            <a:cxnLst/>
            <a:rect r="r" b="b" t="t" l="l"/>
            <a:pathLst>
              <a:path h="2829801" w="1241575">
                <a:moveTo>
                  <a:pt x="0" y="0"/>
                </a:moveTo>
                <a:lnTo>
                  <a:pt x="1241575" y="0"/>
                </a:lnTo>
                <a:lnTo>
                  <a:pt x="1241575" y="2829802"/>
                </a:lnTo>
                <a:lnTo>
                  <a:pt x="0" y="28298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67690" y="890175"/>
            <a:ext cx="8656320" cy="5572950"/>
            <a:chOff x="0" y="0"/>
            <a:chExt cx="8454799" cy="5443211"/>
          </a:xfrm>
        </p:grpSpPr>
        <p:sp>
          <p:nvSpPr>
            <p:cNvPr name="Freeform 7" id="7"/>
            <p:cNvSpPr/>
            <p:nvPr/>
          </p:nvSpPr>
          <p:spPr>
            <a:xfrm flipH="false" flipV="false" rot="0">
              <a:off x="48260" y="4826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133795"/>
            </a:solidFill>
          </p:spPr>
        </p:sp>
        <p:sp>
          <p:nvSpPr>
            <p:cNvPr name="Freeform 8" id="8"/>
            <p:cNvSpPr/>
            <p:nvPr/>
          </p:nvSpPr>
          <p:spPr>
            <a:xfrm flipH="false" flipV="false" rot="0">
              <a:off x="6350" y="6350"/>
              <a:ext cx="8406539" cy="5394951"/>
            </a:xfrm>
            <a:custGeom>
              <a:avLst/>
              <a:gdLst/>
              <a:ahLst/>
              <a:cxnLst/>
              <a:rect r="r" b="b" t="t" l="l"/>
              <a:pathLst>
                <a:path h="5394951" w="8406539">
                  <a:moveTo>
                    <a:pt x="0" y="0"/>
                  </a:moveTo>
                  <a:lnTo>
                    <a:pt x="8406539" y="0"/>
                  </a:lnTo>
                  <a:lnTo>
                    <a:pt x="8406539" y="5394951"/>
                  </a:lnTo>
                  <a:lnTo>
                    <a:pt x="0" y="5394951"/>
                  </a:lnTo>
                  <a:close/>
                </a:path>
              </a:pathLst>
            </a:custGeom>
            <a:solidFill>
              <a:srgbClr val="FFFFFF"/>
            </a:solidFill>
          </p:spPr>
        </p:sp>
        <p:sp>
          <p:nvSpPr>
            <p:cNvPr name="Freeform 9" id="9"/>
            <p:cNvSpPr/>
            <p:nvPr/>
          </p:nvSpPr>
          <p:spPr>
            <a:xfrm flipH="false" flipV="false" rot="0">
              <a:off x="0" y="0"/>
              <a:ext cx="8419239" cy="5407651"/>
            </a:xfrm>
            <a:custGeom>
              <a:avLst/>
              <a:gdLst/>
              <a:ahLst/>
              <a:cxnLst/>
              <a:rect r="r" b="b" t="t" l="l"/>
              <a:pathLst>
                <a:path h="5407651" w="8419239">
                  <a:moveTo>
                    <a:pt x="8419239" y="5407651"/>
                  </a:moveTo>
                  <a:lnTo>
                    <a:pt x="0" y="5407651"/>
                  </a:lnTo>
                  <a:lnTo>
                    <a:pt x="0" y="0"/>
                  </a:lnTo>
                  <a:lnTo>
                    <a:pt x="8419239" y="0"/>
                  </a:lnTo>
                  <a:lnTo>
                    <a:pt x="8419239" y="5407651"/>
                  </a:lnTo>
                  <a:close/>
                  <a:moveTo>
                    <a:pt x="12700" y="5394951"/>
                  </a:moveTo>
                  <a:lnTo>
                    <a:pt x="8406539" y="5394951"/>
                  </a:lnTo>
                  <a:lnTo>
                    <a:pt x="8406539" y="12700"/>
                  </a:lnTo>
                  <a:lnTo>
                    <a:pt x="12700" y="12700"/>
                  </a:lnTo>
                  <a:lnTo>
                    <a:pt x="12700" y="5394951"/>
                  </a:lnTo>
                  <a:close/>
                </a:path>
              </a:pathLst>
            </a:custGeom>
            <a:solidFill>
              <a:srgbClr val="133795"/>
            </a:solidFill>
          </p:spPr>
        </p:sp>
      </p:grpSp>
      <p:sp>
        <p:nvSpPr>
          <p:cNvPr name="Freeform 10" id="10"/>
          <p:cNvSpPr/>
          <p:nvPr/>
        </p:nvSpPr>
        <p:spPr>
          <a:xfrm flipH="false" flipV="false" rot="-3454838">
            <a:off x="7988212" y="-150915"/>
            <a:ext cx="990251" cy="2452635"/>
          </a:xfrm>
          <a:custGeom>
            <a:avLst/>
            <a:gdLst/>
            <a:ahLst/>
            <a:cxnLst/>
            <a:rect r="r" b="b" t="t" l="l"/>
            <a:pathLst>
              <a:path h="2452635" w="990251">
                <a:moveTo>
                  <a:pt x="0" y="0"/>
                </a:moveTo>
                <a:lnTo>
                  <a:pt x="990252" y="0"/>
                </a:lnTo>
                <a:lnTo>
                  <a:pt x="990252" y="2452634"/>
                </a:lnTo>
                <a:lnTo>
                  <a:pt x="0" y="24526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13100" y="1849050"/>
            <a:ext cx="5009429" cy="1101361"/>
            <a:chOff x="0" y="0"/>
            <a:chExt cx="857118" cy="188444"/>
          </a:xfrm>
        </p:grpSpPr>
        <p:sp>
          <p:nvSpPr>
            <p:cNvPr name="Freeform 12" id="12"/>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13" id="13"/>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in sick</a:t>
              </a:r>
            </a:p>
          </p:txBody>
        </p:sp>
      </p:grpSp>
      <p:sp>
        <p:nvSpPr>
          <p:cNvPr name="AutoShape 14" id="14"/>
          <p:cNvSpPr/>
          <p:nvPr/>
        </p:nvSpPr>
        <p:spPr>
          <a:xfrm>
            <a:off x="2296851" y="3144782"/>
            <a:ext cx="2048011" cy="19050"/>
          </a:xfrm>
          <a:prstGeom prst="line">
            <a:avLst/>
          </a:prstGeom>
          <a:ln cap="flat" w="19050">
            <a:solidFill>
              <a:srgbClr val="133795"/>
            </a:solidFill>
            <a:prstDash val="solid"/>
            <a:headEnd type="none" len="sm" w="sm"/>
            <a:tailEnd type="arrow" len="sm" w="med"/>
          </a:ln>
        </p:spPr>
      </p:sp>
      <p:sp>
        <p:nvSpPr>
          <p:cNvPr name="AutoShape 15" id="15"/>
          <p:cNvSpPr/>
          <p:nvPr/>
        </p:nvSpPr>
        <p:spPr>
          <a:xfrm>
            <a:off x="2627843" y="3866705"/>
            <a:ext cx="1385578" cy="19050"/>
          </a:xfrm>
          <a:prstGeom prst="line">
            <a:avLst/>
          </a:prstGeom>
          <a:ln cap="flat" w="19050">
            <a:solidFill>
              <a:srgbClr val="133795"/>
            </a:solidFill>
            <a:prstDash val="solid"/>
            <a:headEnd type="none" len="sm" w="sm"/>
            <a:tailEnd type="arrow" len="sm" w="med"/>
          </a:ln>
        </p:spPr>
      </p:sp>
      <p:sp>
        <p:nvSpPr>
          <p:cNvPr name="AutoShape 16" id="16"/>
          <p:cNvSpPr/>
          <p:nvPr/>
        </p:nvSpPr>
        <p:spPr>
          <a:xfrm>
            <a:off x="2344449" y="4588835"/>
            <a:ext cx="1957066" cy="19050"/>
          </a:xfrm>
          <a:prstGeom prst="line">
            <a:avLst/>
          </a:prstGeom>
          <a:ln cap="flat" w="19050">
            <a:solidFill>
              <a:srgbClr val="133795"/>
            </a:solidFill>
            <a:prstDash val="solid"/>
            <a:headEnd type="none" len="sm" w="sm"/>
            <a:tailEnd type="arrow" len="sm" w="med"/>
          </a:ln>
        </p:spPr>
      </p:sp>
      <p:grpSp>
        <p:nvGrpSpPr>
          <p:cNvPr name="Group 17" id="17"/>
          <p:cNvGrpSpPr/>
          <p:nvPr/>
        </p:nvGrpSpPr>
        <p:grpSpPr>
          <a:xfrm rot="0">
            <a:off x="4017352" y="4737156"/>
            <a:ext cx="5000926" cy="1101361"/>
            <a:chOff x="0" y="0"/>
            <a:chExt cx="855663" cy="188444"/>
          </a:xfrm>
        </p:grpSpPr>
        <p:sp>
          <p:nvSpPr>
            <p:cNvPr name="Freeform 18" id="18"/>
            <p:cNvSpPr/>
            <p:nvPr/>
          </p:nvSpPr>
          <p:spPr>
            <a:xfrm flipH="false" flipV="false" rot="0">
              <a:off x="0" y="0"/>
              <a:ext cx="855663" cy="188444"/>
            </a:xfrm>
            <a:custGeom>
              <a:avLst/>
              <a:gdLst/>
              <a:ahLst/>
              <a:cxnLst/>
              <a:rect r="r" b="b" t="t" l="l"/>
              <a:pathLst>
                <a:path h="188444" w="855663">
                  <a:moveTo>
                    <a:pt x="57280" y="0"/>
                  </a:moveTo>
                  <a:lnTo>
                    <a:pt x="798384" y="0"/>
                  </a:lnTo>
                  <a:cubicBezTo>
                    <a:pt x="813575" y="0"/>
                    <a:pt x="828145" y="6035"/>
                    <a:pt x="838886" y="16777"/>
                  </a:cubicBezTo>
                  <a:cubicBezTo>
                    <a:pt x="849628" y="27519"/>
                    <a:pt x="855663" y="42088"/>
                    <a:pt x="855663" y="57280"/>
                  </a:cubicBezTo>
                  <a:lnTo>
                    <a:pt x="855663" y="131164"/>
                  </a:lnTo>
                  <a:cubicBezTo>
                    <a:pt x="855663" y="162799"/>
                    <a:pt x="830018" y="188444"/>
                    <a:pt x="798384" y="188444"/>
                  </a:cubicBezTo>
                  <a:lnTo>
                    <a:pt x="57280" y="188444"/>
                  </a:lnTo>
                  <a:cubicBezTo>
                    <a:pt x="25645" y="188444"/>
                    <a:pt x="0" y="162799"/>
                    <a:pt x="0" y="131164"/>
                  </a:cubicBezTo>
                  <a:lnTo>
                    <a:pt x="0" y="57280"/>
                  </a:lnTo>
                  <a:cubicBezTo>
                    <a:pt x="0" y="25645"/>
                    <a:pt x="25645" y="0"/>
                    <a:pt x="57280" y="0"/>
                  </a:cubicBezTo>
                  <a:close/>
                </a:path>
              </a:pathLst>
            </a:custGeom>
            <a:solidFill>
              <a:srgbClr val="A7D2DD"/>
            </a:solidFill>
            <a:ln w="38100" cap="rnd">
              <a:solidFill>
                <a:srgbClr val="133795"/>
              </a:solidFill>
              <a:prstDash val="lgDash"/>
              <a:round/>
            </a:ln>
          </p:spPr>
        </p:sp>
        <p:sp>
          <p:nvSpPr>
            <p:cNvPr name="TextBox 19" id="19"/>
            <p:cNvSpPr txBox="true"/>
            <p:nvPr/>
          </p:nvSpPr>
          <p:spPr>
            <a:xfrm>
              <a:off x="0" y="-104775"/>
              <a:ext cx="855663"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a:rPr>
                <a:t>in a favor</a:t>
              </a:r>
            </a:p>
          </p:txBody>
        </p:sp>
      </p:grpSp>
      <p:grpSp>
        <p:nvGrpSpPr>
          <p:cNvPr name="Group 20" id="20"/>
          <p:cNvGrpSpPr/>
          <p:nvPr/>
        </p:nvGrpSpPr>
        <p:grpSpPr>
          <a:xfrm rot="0">
            <a:off x="4012651" y="3292895"/>
            <a:ext cx="5009429" cy="1101361"/>
            <a:chOff x="0" y="0"/>
            <a:chExt cx="857118" cy="188444"/>
          </a:xfrm>
        </p:grpSpPr>
        <p:sp>
          <p:nvSpPr>
            <p:cNvPr name="Freeform 21" id="21"/>
            <p:cNvSpPr/>
            <p:nvPr/>
          </p:nvSpPr>
          <p:spPr>
            <a:xfrm flipH="false" flipV="false" rot="0">
              <a:off x="0" y="0"/>
              <a:ext cx="857118" cy="188444"/>
            </a:xfrm>
            <a:custGeom>
              <a:avLst/>
              <a:gdLst/>
              <a:ahLst/>
              <a:cxnLst/>
              <a:rect r="r" b="b" t="t" l="l"/>
              <a:pathLst>
                <a:path h="188444" w="857118">
                  <a:moveTo>
                    <a:pt x="57182" y="0"/>
                  </a:moveTo>
                  <a:lnTo>
                    <a:pt x="799936" y="0"/>
                  </a:lnTo>
                  <a:cubicBezTo>
                    <a:pt x="831517" y="0"/>
                    <a:pt x="857118" y="25601"/>
                    <a:pt x="857118" y="57182"/>
                  </a:cubicBezTo>
                  <a:lnTo>
                    <a:pt x="857118" y="131262"/>
                  </a:lnTo>
                  <a:cubicBezTo>
                    <a:pt x="857118" y="146427"/>
                    <a:pt x="851094" y="160972"/>
                    <a:pt x="840370" y="171696"/>
                  </a:cubicBezTo>
                  <a:cubicBezTo>
                    <a:pt x="829646" y="182419"/>
                    <a:pt x="815102" y="188444"/>
                    <a:pt x="799936" y="188444"/>
                  </a:cubicBezTo>
                  <a:lnTo>
                    <a:pt x="57182" y="188444"/>
                  </a:lnTo>
                  <a:cubicBezTo>
                    <a:pt x="42017" y="188444"/>
                    <a:pt x="27472" y="182419"/>
                    <a:pt x="16748" y="171696"/>
                  </a:cubicBezTo>
                  <a:cubicBezTo>
                    <a:pt x="6025" y="160972"/>
                    <a:pt x="0" y="146427"/>
                    <a:pt x="0" y="131262"/>
                  </a:cubicBezTo>
                  <a:lnTo>
                    <a:pt x="0" y="57182"/>
                  </a:lnTo>
                  <a:cubicBezTo>
                    <a:pt x="0" y="42017"/>
                    <a:pt x="6025" y="27472"/>
                    <a:pt x="16748" y="16748"/>
                  </a:cubicBezTo>
                  <a:cubicBezTo>
                    <a:pt x="27472" y="6025"/>
                    <a:pt x="42017" y="0"/>
                    <a:pt x="57182" y="0"/>
                  </a:cubicBezTo>
                  <a:close/>
                </a:path>
              </a:pathLst>
            </a:custGeom>
            <a:solidFill>
              <a:srgbClr val="A7D2DD"/>
            </a:solidFill>
            <a:ln w="38100" cap="rnd">
              <a:solidFill>
                <a:srgbClr val="133795"/>
              </a:solidFill>
              <a:prstDash val="dash"/>
              <a:round/>
            </a:ln>
          </p:spPr>
        </p:sp>
        <p:sp>
          <p:nvSpPr>
            <p:cNvPr name="TextBox 22" id="22"/>
            <p:cNvSpPr txBox="true"/>
            <p:nvPr/>
          </p:nvSpPr>
          <p:spPr>
            <a:xfrm>
              <a:off x="0" y="-104775"/>
              <a:ext cx="857118" cy="293219"/>
            </a:xfrm>
            <a:prstGeom prst="rect">
              <a:avLst/>
            </a:prstGeom>
          </p:spPr>
          <p:txBody>
            <a:bodyPr anchor="ctr" rtlCol="false" tIns="50800" lIns="50800" bIns="50800" rIns="50800"/>
            <a:lstStyle/>
            <a:p>
              <a:pPr algn="ctr">
                <a:lnSpc>
                  <a:spcPts val="7139"/>
                </a:lnSpc>
                <a:spcBef>
                  <a:spcPct val="0"/>
                </a:spcBef>
              </a:pPr>
              <a:r>
                <a:rPr lang="en-US" sz="5099">
                  <a:solidFill>
                    <a:srgbClr val="000000"/>
                  </a:solidFill>
                  <a:latin typeface="Just Another Hand Bold"/>
                </a:rPr>
                <a:t>out names</a:t>
              </a:r>
            </a:p>
          </p:txBody>
        </p:sp>
      </p:grpSp>
      <p:sp>
        <p:nvSpPr>
          <p:cNvPr name="Freeform 23" id="23"/>
          <p:cNvSpPr/>
          <p:nvPr/>
        </p:nvSpPr>
        <p:spPr>
          <a:xfrm flipH="false" flipV="false" rot="0">
            <a:off x="731520" y="3100133"/>
            <a:ext cx="2182205" cy="1598466"/>
          </a:xfrm>
          <a:custGeom>
            <a:avLst/>
            <a:gdLst/>
            <a:ahLst/>
            <a:cxnLst/>
            <a:rect r="r" b="b" t="t" l="l"/>
            <a:pathLst>
              <a:path h="1598466" w="2182205">
                <a:moveTo>
                  <a:pt x="0" y="0"/>
                </a:moveTo>
                <a:lnTo>
                  <a:pt x="2182205" y="0"/>
                </a:lnTo>
                <a:lnTo>
                  <a:pt x="2182205" y="1598466"/>
                </a:lnTo>
                <a:lnTo>
                  <a:pt x="0" y="15984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14190" y="4737156"/>
            <a:ext cx="2994523" cy="2564401"/>
          </a:xfrm>
          <a:custGeom>
            <a:avLst/>
            <a:gdLst/>
            <a:ahLst/>
            <a:cxnLst/>
            <a:rect r="r" b="b" t="t" l="l"/>
            <a:pathLst>
              <a:path h="2564401" w="2994523">
                <a:moveTo>
                  <a:pt x="0" y="0"/>
                </a:moveTo>
                <a:lnTo>
                  <a:pt x="2994523" y="0"/>
                </a:lnTo>
                <a:lnTo>
                  <a:pt x="2994523" y="2564401"/>
                </a:lnTo>
                <a:lnTo>
                  <a:pt x="0" y="25644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845312" y="3538310"/>
            <a:ext cx="2068414" cy="790139"/>
          </a:xfrm>
          <a:prstGeom prst="rect">
            <a:avLst/>
          </a:prstGeom>
        </p:spPr>
        <p:txBody>
          <a:bodyPr anchor="t" rtlCol="false" tIns="0" lIns="0" bIns="0" rIns="0">
            <a:spAutoFit/>
          </a:bodyPr>
          <a:lstStyle/>
          <a:p>
            <a:pPr algn="ctr">
              <a:lnSpc>
                <a:spcPts val="5982"/>
              </a:lnSpc>
              <a:spcBef>
                <a:spcPct val="0"/>
              </a:spcBef>
            </a:pPr>
            <a:r>
              <a:rPr lang="en-US" sz="5982">
                <a:solidFill>
                  <a:srgbClr val="000000"/>
                </a:solidFill>
                <a:latin typeface="Noot Bold"/>
              </a:rPr>
              <a:t>CALL</a:t>
            </a:r>
          </a:p>
        </p:txBody>
      </p:sp>
    </p:spTree>
  </p:cSld>
  <p:clrMapOvr>
    <a:masterClrMapping/>
  </p:clrMapOvr>
  <p:transition spd="slow">
    <p:cover dir="l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DAGDx_QhmS4</dc:identifier>
  <dcterms:modified xsi:type="dcterms:W3CDTF">2011-08-01T06:04:30Z</dcterms:modified>
  <cp:revision>1</cp:revision>
  <dc:title>1-bai-thuyet-trinh-tieng-anh-mau-bang-powerpoint</dc:title>
</cp:coreProperties>
</file>