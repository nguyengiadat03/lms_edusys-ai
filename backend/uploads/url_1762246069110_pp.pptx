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</p:sldIdLst>
  <p:sldSz cx="9753600" cy="7315200"/>
  <p:notesSz cx="6858000" cy="9144000"/>
  <p:embeddedFontLst>
    <p:embeddedFont>
      <p:font typeface="Arimo" charset="1" panose="020B0604020202020204"/>
      <p:regular r:id="rId6"/>
    </p:embeddedFont>
    <p:embeddedFont>
      <p:font typeface="Arimo Bold" charset="1" panose="020B0704020202020204"/>
      <p:regular r:id="rId7"/>
    </p:embeddedFont>
    <p:embeddedFont>
      <p:font typeface="Arimo Italics" charset="1" panose="020B0604020202090204"/>
      <p:regular r:id="rId8"/>
    </p:embeddedFont>
    <p:embeddedFont>
      <p:font typeface="Arimo Bold Italics" charset="1" panose="020B0704020202090204"/>
      <p:regular r:id="rId9"/>
    </p:embeddedFont>
    <p:embeddedFont>
      <p:font typeface="Lazydog" charset="1" panose="00000000000000000000"/>
      <p:regular r:id="rId10"/>
    </p:embeddedFont>
    <p:embeddedFont>
      <p:font typeface="KG Primary Penmanship" charset="1" panose="02000506000000020003"/>
      <p:regular r:id="rId11"/>
    </p:embeddedFont>
    <p:embeddedFont>
      <p:font typeface="Canva Sans" charset="1" panose="020B0503030501040103"/>
      <p:regular r:id="rId12"/>
    </p:embeddedFont>
    <p:embeddedFont>
      <p:font typeface="Canva Sans Bold" charset="1" panose="020B0803030501040103"/>
      <p:regular r:id="rId13"/>
    </p:embeddedFont>
    <p:embeddedFont>
      <p:font typeface="Canva Sans Italics" charset="1" panose="020B0503030501040103"/>
      <p:regular r:id="rId14"/>
    </p:embeddedFont>
    <p:embeddedFont>
      <p:font typeface="Canva Sans Bold Italics" charset="1" panose="020B0803030501040103"/>
      <p:regular r:id="rId15"/>
    </p:embeddedFont>
    <p:embeddedFont>
      <p:font typeface="Canva Sans Medium" charset="1" panose="020B0603030501040103"/>
      <p:regular r:id="rId16"/>
    </p:embeddedFont>
    <p:embeddedFont>
      <p:font typeface="Canva Sans Medium Italics" charset="1" panose="020B06030305010401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slides/slide1.xml" Type="http://schemas.openxmlformats.org/officeDocument/2006/relationships/slide"/><Relationship Id="rId19" Target="slides/slide2.xml" Type="http://schemas.openxmlformats.org/officeDocument/2006/relationships/slide"/><Relationship Id="rId2" Target="presProps.xml" Type="http://schemas.openxmlformats.org/officeDocument/2006/relationships/presProps"/><Relationship Id="rId20" Target="slides/slide3.xml" Type="http://schemas.openxmlformats.org/officeDocument/2006/relationships/slide"/><Relationship Id="rId21" Target="slides/slide4.xml" Type="http://schemas.openxmlformats.org/officeDocument/2006/relationships/slide"/><Relationship Id="rId22" Target="slides/slide5.xml" Type="http://schemas.openxmlformats.org/officeDocument/2006/relationships/slide"/><Relationship Id="rId23" Target="slides/slide6.xml" Type="http://schemas.openxmlformats.org/officeDocument/2006/relationships/slide"/><Relationship Id="rId24" Target="slides/slide7.xml" Type="http://schemas.openxmlformats.org/officeDocument/2006/relationships/slide"/><Relationship Id="rId25" Target="slides/slide8.xml" Type="http://schemas.openxmlformats.org/officeDocument/2006/relationships/slide"/><Relationship Id="rId26" Target="slides/slide9.xml" Type="http://schemas.openxmlformats.org/officeDocument/2006/relationships/slide"/><Relationship Id="rId27" Target="slides/slide10.xml" Type="http://schemas.openxmlformats.org/officeDocument/2006/relationships/slide"/><Relationship Id="rId28" Target="slides/slide11.xml" Type="http://schemas.openxmlformats.org/officeDocument/2006/relationships/slide"/><Relationship Id="rId29" Target="slides/slide12.xml" Type="http://schemas.openxmlformats.org/officeDocument/2006/relationships/slide"/><Relationship Id="rId3" Target="viewProps.xml" Type="http://schemas.openxmlformats.org/officeDocument/2006/relationships/viewProps"/><Relationship Id="rId30" Target="slides/slide13.xml" Type="http://schemas.openxmlformats.org/officeDocument/2006/relationships/slide"/><Relationship Id="rId31" Target="slides/slide14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C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57718" y="0"/>
            <a:ext cx="7395882" cy="7315200"/>
          </a:xfrm>
          <a:custGeom>
            <a:avLst/>
            <a:gdLst/>
            <a:ahLst/>
            <a:cxnLst/>
            <a:rect r="r" b="b" t="t" l="l"/>
            <a:pathLst>
              <a:path h="7315200" w="7395882">
                <a:moveTo>
                  <a:pt x="0" y="0"/>
                </a:moveTo>
                <a:lnTo>
                  <a:pt x="7395882" y="0"/>
                </a:lnTo>
                <a:lnTo>
                  <a:pt x="7395882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0" y="0"/>
            <a:ext cx="7395882" cy="7315200"/>
          </a:xfrm>
          <a:custGeom>
            <a:avLst/>
            <a:gdLst/>
            <a:ahLst/>
            <a:cxnLst/>
            <a:rect r="r" b="b" t="t" l="l"/>
            <a:pathLst>
              <a:path h="7315200" w="7395882">
                <a:moveTo>
                  <a:pt x="0" y="0"/>
                </a:moveTo>
                <a:lnTo>
                  <a:pt x="7395882" y="0"/>
                </a:lnTo>
                <a:lnTo>
                  <a:pt x="7395882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11896" y="542969"/>
            <a:ext cx="6229261" cy="622926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CFF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846156" y="2616236"/>
            <a:ext cx="5760741" cy="1863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30"/>
              </a:lnSpc>
            </a:pPr>
            <a:r>
              <a:rPr lang="en-US" sz="10807">
                <a:solidFill>
                  <a:srgbClr val="000000"/>
                </a:solidFill>
                <a:latin typeface="Lazydog"/>
              </a:rPr>
              <a:t>Blends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C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57718" y="0"/>
            <a:ext cx="7395882" cy="7315200"/>
          </a:xfrm>
          <a:custGeom>
            <a:avLst/>
            <a:gdLst/>
            <a:ahLst/>
            <a:cxnLst/>
            <a:rect r="r" b="b" t="t" l="l"/>
            <a:pathLst>
              <a:path h="7315200" w="7395882">
                <a:moveTo>
                  <a:pt x="0" y="0"/>
                </a:moveTo>
                <a:lnTo>
                  <a:pt x="7395882" y="0"/>
                </a:lnTo>
                <a:lnTo>
                  <a:pt x="7395882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0" y="0"/>
            <a:ext cx="7395882" cy="7315200"/>
          </a:xfrm>
          <a:custGeom>
            <a:avLst/>
            <a:gdLst/>
            <a:ahLst/>
            <a:cxnLst/>
            <a:rect r="r" b="b" t="t" l="l"/>
            <a:pathLst>
              <a:path h="7315200" w="7395882">
                <a:moveTo>
                  <a:pt x="0" y="0"/>
                </a:moveTo>
                <a:lnTo>
                  <a:pt x="7395882" y="0"/>
                </a:lnTo>
                <a:lnTo>
                  <a:pt x="7395882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061556" y="842356"/>
            <a:ext cx="5630487" cy="5630487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7E9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59775" y="2443353"/>
            <a:ext cx="6434051" cy="239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>
                <a:solidFill>
                  <a:srgbClr val="000000"/>
                </a:solidFill>
                <a:latin typeface="KG Primary Penmanship"/>
              </a:rPr>
              <a:t>When two sounds </a:t>
            </a:r>
          </a:p>
          <a:p>
            <a:pPr algn="ctr">
              <a:lnSpc>
                <a:spcPts val="6300"/>
              </a:lnSpc>
            </a:pPr>
            <a:r>
              <a:rPr lang="en-US" sz="4500">
                <a:solidFill>
                  <a:srgbClr val="000000"/>
                </a:solidFill>
                <a:latin typeface="KG Primary Penmanship"/>
              </a:rPr>
              <a:t>are blended together.</a:t>
            </a:r>
          </a:p>
          <a:p>
            <a:pPr algn="ctr">
              <a:lnSpc>
                <a:spcPts val="6300"/>
              </a:lnSpc>
            </a:pPr>
            <a:r>
              <a:rPr lang="en-US" sz="4500">
                <a:solidFill>
                  <a:srgbClr val="000000"/>
                </a:solidFill>
                <a:latin typeface="KG Primary Penmanship"/>
              </a:rPr>
              <a:t>eg: s + n = sn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C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57718" y="0"/>
            <a:ext cx="7395882" cy="7315200"/>
          </a:xfrm>
          <a:custGeom>
            <a:avLst/>
            <a:gdLst/>
            <a:ahLst/>
            <a:cxnLst/>
            <a:rect r="r" b="b" t="t" l="l"/>
            <a:pathLst>
              <a:path h="7315200" w="7395882">
                <a:moveTo>
                  <a:pt x="0" y="0"/>
                </a:moveTo>
                <a:lnTo>
                  <a:pt x="7395882" y="0"/>
                </a:lnTo>
                <a:lnTo>
                  <a:pt x="7395882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0" y="0"/>
            <a:ext cx="7395882" cy="7315200"/>
          </a:xfrm>
          <a:custGeom>
            <a:avLst/>
            <a:gdLst/>
            <a:ahLst/>
            <a:cxnLst/>
            <a:rect r="r" b="b" t="t" l="l"/>
            <a:pathLst>
              <a:path h="7315200" w="7395882">
                <a:moveTo>
                  <a:pt x="0" y="0"/>
                </a:moveTo>
                <a:lnTo>
                  <a:pt x="7395882" y="0"/>
                </a:lnTo>
                <a:lnTo>
                  <a:pt x="7395882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342111" y="1120585"/>
            <a:ext cx="5637415" cy="563741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DB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495802" y="1929245"/>
            <a:ext cx="5369423" cy="398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KG Primary Penmanship"/>
              </a:rPr>
              <a:t>Blend the sounds on</a:t>
            </a:r>
          </a:p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KG Primary Penmanship"/>
              </a:rPr>
              <a:t> each slide together </a:t>
            </a:r>
          </a:p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KG Primary Penmanship"/>
              </a:rPr>
              <a:t>before sounding </a:t>
            </a:r>
          </a:p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KG Primary Penmanship"/>
              </a:rPr>
              <a:t>out the three </a:t>
            </a:r>
          </a:p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KG Primary Penmanship"/>
              </a:rPr>
              <a:t>nonsense words.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C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57718" y="0"/>
            <a:ext cx="7395882" cy="7315200"/>
          </a:xfrm>
          <a:custGeom>
            <a:avLst/>
            <a:gdLst/>
            <a:ahLst/>
            <a:cxnLst/>
            <a:rect r="r" b="b" t="t" l="l"/>
            <a:pathLst>
              <a:path h="7315200" w="7395882">
                <a:moveTo>
                  <a:pt x="0" y="0"/>
                </a:moveTo>
                <a:lnTo>
                  <a:pt x="7395882" y="0"/>
                </a:lnTo>
                <a:lnTo>
                  <a:pt x="7395882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0" y="0"/>
            <a:ext cx="7395882" cy="7315200"/>
          </a:xfrm>
          <a:custGeom>
            <a:avLst/>
            <a:gdLst/>
            <a:ahLst/>
            <a:cxnLst/>
            <a:rect r="r" b="b" t="t" l="l"/>
            <a:pathLst>
              <a:path h="7315200" w="7395882">
                <a:moveTo>
                  <a:pt x="0" y="0"/>
                </a:moveTo>
                <a:lnTo>
                  <a:pt x="7395882" y="0"/>
                </a:lnTo>
                <a:lnTo>
                  <a:pt x="7395882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31520" y="731520"/>
            <a:ext cx="8290560" cy="5852160"/>
            <a:chOff x="0" y="0"/>
            <a:chExt cx="3070578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70578" cy="2167467"/>
            </a:xfrm>
            <a:custGeom>
              <a:avLst/>
              <a:gdLst/>
              <a:ahLst/>
              <a:cxnLst/>
              <a:rect r="r" b="b" t="t" l="l"/>
              <a:pathLst>
                <a:path h="2167467" w="3070578">
                  <a:moveTo>
                    <a:pt x="33618" y="0"/>
                  </a:moveTo>
                  <a:lnTo>
                    <a:pt x="3036960" y="0"/>
                  </a:lnTo>
                  <a:cubicBezTo>
                    <a:pt x="3045876" y="0"/>
                    <a:pt x="3054427" y="3542"/>
                    <a:pt x="3060731" y="9846"/>
                  </a:cubicBezTo>
                  <a:cubicBezTo>
                    <a:pt x="3067036" y="16151"/>
                    <a:pt x="3070578" y="24702"/>
                    <a:pt x="3070578" y="33618"/>
                  </a:cubicBezTo>
                  <a:lnTo>
                    <a:pt x="3070578" y="2133849"/>
                  </a:lnTo>
                  <a:cubicBezTo>
                    <a:pt x="3070578" y="2142765"/>
                    <a:pt x="3067036" y="2151316"/>
                    <a:pt x="3060731" y="2157620"/>
                  </a:cubicBezTo>
                  <a:cubicBezTo>
                    <a:pt x="3054427" y="2163925"/>
                    <a:pt x="3045876" y="2167467"/>
                    <a:pt x="3036960" y="2167467"/>
                  </a:cubicBezTo>
                  <a:lnTo>
                    <a:pt x="33618" y="2167467"/>
                  </a:lnTo>
                  <a:cubicBezTo>
                    <a:pt x="24702" y="2167467"/>
                    <a:pt x="16151" y="2163925"/>
                    <a:pt x="9846" y="2157620"/>
                  </a:cubicBezTo>
                  <a:cubicBezTo>
                    <a:pt x="3542" y="2151316"/>
                    <a:pt x="0" y="2142765"/>
                    <a:pt x="0" y="2133849"/>
                  </a:cubicBezTo>
                  <a:lnTo>
                    <a:pt x="0" y="33618"/>
                  </a:lnTo>
                  <a:cubicBezTo>
                    <a:pt x="0" y="24702"/>
                    <a:pt x="3542" y="16151"/>
                    <a:pt x="9846" y="9846"/>
                  </a:cubicBezTo>
                  <a:cubicBezTo>
                    <a:pt x="16151" y="3542"/>
                    <a:pt x="24702" y="0"/>
                    <a:pt x="33618" y="0"/>
                  </a:cubicBezTo>
                  <a:close/>
                </a:path>
              </a:pathLst>
            </a:custGeom>
            <a:solidFill>
              <a:srgbClr val="6DCFF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3070578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53819" y="1255222"/>
            <a:ext cx="2069869" cy="206986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C9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841865" y="1255222"/>
            <a:ext cx="2069869" cy="206986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C9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9046" y="1255222"/>
            <a:ext cx="2069869" cy="206986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C9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55658" y="1128106"/>
            <a:ext cx="1416645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KG Primary Penmanship"/>
              </a:rPr>
              <a:t>b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68044" y="1128106"/>
            <a:ext cx="1416645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KG Primary Penmanship"/>
              </a:rPr>
              <a:t>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80431" y="1128106"/>
            <a:ext cx="1416645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KG Primary Penmanship"/>
              </a:rPr>
              <a:t>bl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098915" y="1483706"/>
            <a:ext cx="742950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Canva Sans Bold"/>
              </a:rPr>
              <a:t>+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911085" y="1483706"/>
            <a:ext cx="742950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Canva Sans Bold"/>
              </a:rPr>
              <a:t>=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766096" y="3514725"/>
            <a:ext cx="2144989" cy="300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KG Primary Penmanship"/>
              </a:rPr>
              <a:t>blop</a:t>
            </a:r>
          </a:p>
          <a:p>
            <a:pPr algn="ctr">
              <a:lnSpc>
                <a:spcPts val="4479"/>
              </a:lnSpc>
            </a:pPr>
            <a:r>
              <a:rPr lang="en-US" sz="6999">
                <a:solidFill>
                  <a:srgbClr val="000000"/>
                </a:solidFill>
                <a:latin typeface="KG Primary Penmanship"/>
              </a:rPr>
              <a:t>blun</a:t>
            </a:r>
          </a:p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KG Primary Penmanship"/>
              </a:rPr>
              <a:t>blit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C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57718" y="0"/>
            <a:ext cx="7395882" cy="7315200"/>
          </a:xfrm>
          <a:custGeom>
            <a:avLst/>
            <a:gdLst/>
            <a:ahLst/>
            <a:cxnLst/>
            <a:rect r="r" b="b" t="t" l="l"/>
            <a:pathLst>
              <a:path h="7315200" w="7395882">
                <a:moveTo>
                  <a:pt x="0" y="0"/>
                </a:moveTo>
                <a:lnTo>
                  <a:pt x="7395882" y="0"/>
                </a:lnTo>
                <a:lnTo>
                  <a:pt x="7395882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0" y="0"/>
            <a:ext cx="7395882" cy="7315200"/>
          </a:xfrm>
          <a:custGeom>
            <a:avLst/>
            <a:gdLst/>
            <a:ahLst/>
            <a:cxnLst/>
            <a:rect r="r" b="b" t="t" l="l"/>
            <a:pathLst>
              <a:path h="7315200" w="7395882">
                <a:moveTo>
                  <a:pt x="0" y="0"/>
                </a:moveTo>
                <a:lnTo>
                  <a:pt x="7395882" y="0"/>
                </a:lnTo>
                <a:lnTo>
                  <a:pt x="7395882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31520" y="731520"/>
            <a:ext cx="8290560" cy="5852160"/>
            <a:chOff x="0" y="0"/>
            <a:chExt cx="3070578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70578" cy="2167467"/>
            </a:xfrm>
            <a:custGeom>
              <a:avLst/>
              <a:gdLst/>
              <a:ahLst/>
              <a:cxnLst/>
              <a:rect r="r" b="b" t="t" l="l"/>
              <a:pathLst>
                <a:path h="2167467" w="3070578">
                  <a:moveTo>
                    <a:pt x="33618" y="0"/>
                  </a:moveTo>
                  <a:lnTo>
                    <a:pt x="3036960" y="0"/>
                  </a:lnTo>
                  <a:cubicBezTo>
                    <a:pt x="3045876" y="0"/>
                    <a:pt x="3054427" y="3542"/>
                    <a:pt x="3060731" y="9846"/>
                  </a:cubicBezTo>
                  <a:cubicBezTo>
                    <a:pt x="3067036" y="16151"/>
                    <a:pt x="3070578" y="24702"/>
                    <a:pt x="3070578" y="33618"/>
                  </a:cubicBezTo>
                  <a:lnTo>
                    <a:pt x="3070578" y="2133849"/>
                  </a:lnTo>
                  <a:cubicBezTo>
                    <a:pt x="3070578" y="2142765"/>
                    <a:pt x="3067036" y="2151316"/>
                    <a:pt x="3060731" y="2157620"/>
                  </a:cubicBezTo>
                  <a:cubicBezTo>
                    <a:pt x="3054427" y="2163925"/>
                    <a:pt x="3045876" y="2167467"/>
                    <a:pt x="3036960" y="2167467"/>
                  </a:cubicBezTo>
                  <a:lnTo>
                    <a:pt x="33618" y="2167467"/>
                  </a:lnTo>
                  <a:cubicBezTo>
                    <a:pt x="24702" y="2167467"/>
                    <a:pt x="16151" y="2163925"/>
                    <a:pt x="9846" y="2157620"/>
                  </a:cubicBezTo>
                  <a:cubicBezTo>
                    <a:pt x="3542" y="2151316"/>
                    <a:pt x="0" y="2142765"/>
                    <a:pt x="0" y="2133849"/>
                  </a:cubicBezTo>
                  <a:lnTo>
                    <a:pt x="0" y="33618"/>
                  </a:lnTo>
                  <a:cubicBezTo>
                    <a:pt x="0" y="24702"/>
                    <a:pt x="3542" y="16151"/>
                    <a:pt x="9846" y="9846"/>
                  </a:cubicBezTo>
                  <a:cubicBezTo>
                    <a:pt x="16151" y="3542"/>
                    <a:pt x="24702" y="0"/>
                    <a:pt x="33618" y="0"/>
                  </a:cubicBezTo>
                  <a:close/>
                </a:path>
              </a:pathLst>
            </a:custGeom>
            <a:solidFill>
              <a:srgbClr val="F57E9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3070578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53819" y="1255222"/>
            <a:ext cx="2069869" cy="206986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C9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841865" y="1255222"/>
            <a:ext cx="2069869" cy="206986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C9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9046" y="1255222"/>
            <a:ext cx="2069869" cy="206986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C9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55658" y="1128106"/>
            <a:ext cx="1416645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KG Primary Penmanship"/>
              </a:rPr>
              <a:t>f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68044" y="1128106"/>
            <a:ext cx="1416645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KG Primary Penmanship"/>
              </a:rPr>
              <a:t>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80431" y="1128106"/>
            <a:ext cx="1416645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KG Primary Penmanship"/>
              </a:rPr>
              <a:t>fl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098915" y="1483706"/>
            <a:ext cx="742950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Canva Sans Bold"/>
              </a:rPr>
              <a:t>+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911085" y="1483706"/>
            <a:ext cx="742950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Canva Sans Bold"/>
              </a:rPr>
              <a:t>=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766096" y="3514725"/>
            <a:ext cx="2144989" cy="300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KG Primary Penmanship"/>
              </a:rPr>
              <a:t>flim</a:t>
            </a:r>
          </a:p>
          <a:p>
            <a:pPr algn="ctr">
              <a:lnSpc>
                <a:spcPts val="4479"/>
              </a:lnSpc>
            </a:pPr>
            <a:r>
              <a:rPr lang="en-US" sz="6999">
                <a:solidFill>
                  <a:srgbClr val="000000"/>
                </a:solidFill>
                <a:latin typeface="KG Primary Penmanship"/>
              </a:rPr>
              <a:t>f</a:t>
            </a:r>
            <a:r>
              <a:rPr lang="en-US" sz="6999">
                <a:solidFill>
                  <a:srgbClr val="000000"/>
                </a:solidFill>
                <a:latin typeface="KG Primary Penmanship"/>
              </a:rPr>
              <a:t>lun</a:t>
            </a:r>
          </a:p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KG Primary Penmanship"/>
              </a:rPr>
              <a:t>f</a:t>
            </a:r>
            <a:r>
              <a:rPr lang="en-US" sz="6999">
                <a:solidFill>
                  <a:srgbClr val="000000"/>
                </a:solidFill>
                <a:latin typeface="KG Primary Penmanship"/>
              </a:rPr>
              <a:t>lib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C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57718" y="0"/>
            <a:ext cx="7395882" cy="7315200"/>
          </a:xfrm>
          <a:custGeom>
            <a:avLst/>
            <a:gdLst/>
            <a:ahLst/>
            <a:cxnLst/>
            <a:rect r="r" b="b" t="t" l="l"/>
            <a:pathLst>
              <a:path h="7315200" w="7395882">
                <a:moveTo>
                  <a:pt x="0" y="0"/>
                </a:moveTo>
                <a:lnTo>
                  <a:pt x="7395882" y="0"/>
                </a:lnTo>
                <a:lnTo>
                  <a:pt x="7395882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0" y="0"/>
            <a:ext cx="7395882" cy="7315200"/>
          </a:xfrm>
          <a:custGeom>
            <a:avLst/>
            <a:gdLst/>
            <a:ahLst/>
            <a:cxnLst/>
            <a:rect r="r" b="b" t="t" l="l"/>
            <a:pathLst>
              <a:path h="7315200" w="7395882">
                <a:moveTo>
                  <a:pt x="0" y="0"/>
                </a:moveTo>
                <a:lnTo>
                  <a:pt x="7395882" y="0"/>
                </a:lnTo>
                <a:lnTo>
                  <a:pt x="7395882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31520" y="731520"/>
            <a:ext cx="8290560" cy="5852160"/>
            <a:chOff x="0" y="0"/>
            <a:chExt cx="3070578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70578" cy="2167467"/>
            </a:xfrm>
            <a:custGeom>
              <a:avLst/>
              <a:gdLst/>
              <a:ahLst/>
              <a:cxnLst/>
              <a:rect r="r" b="b" t="t" l="l"/>
              <a:pathLst>
                <a:path h="2167467" w="3070578">
                  <a:moveTo>
                    <a:pt x="33618" y="0"/>
                  </a:moveTo>
                  <a:lnTo>
                    <a:pt x="3036960" y="0"/>
                  </a:lnTo>
                  <a:cubicBezTo>
                    <a:pt x="3045876" y="0"/>
                    <a:pt x="3054427" y="3542"/>
                    <a:pt x="3060731" y="9846"/>
                  </a:cubicBezTo>
                  <a:cubicBezTo>
                    <a:pt x="3067036" y="16151"/>
                    <a:pt x="3070578" y="24702"/>
                    <a:pt x="3070578" y="33618"/>
                  </a:cubicBezTo>
                  <a:lnTo>
                    <a:pt x="3070578" y="2133849"/>
                  </a:lnTo>
                  <a:cubicBezTo>
                    <a:pt x="3070578" y="2142765"/>
                    <a:pt x="3067036" y="2151316"/>
                    <a:pt x="3060731" y="2157620"/>
                  </a:cubicBezTo>
                  <a:cubicBezTo>
                    <a:pt x="3054427" y="2163925"/>
                    <a:pt x="3045876" y="2167467"/>
                    <a:pt x="3036960" y="2167467"/>
                  </a:cubicBezTo>
                  <a:lnTo>
                    <a:pt x="33618" y="2167467"/>
                  </a:lnTo>
                  <a:cubicBezTo>
                    <a:pt x="24702" y="2167467"/>
                    <a:pt x="16151" y="2163925"/>
                    <a:pt x="9846" y="2157620"/>
                  </a:cubicBezTo>
                  <a:cubicBezTo>
                    <a:pt x="3542" y="2151316"/>
                    <a:pt x="0" y="2142765"/>
                    <a:pt x="0" y="2133849"/>
                  </a:cubicBezTo>
                  <a:lnTo>
                    <a:pt x="0" y="33618"/>
                  </a:lnTo>
                  <a:cubicBezTo>
                    <a:pt x="0" y="24702"/>
                    <a:pt x="3542" y="16151"/>
                    <a:pt x="9846" y="9846"/>
                  </a:cubicBezTo>
                  <a:cubicBezTo>
                    <a:pt x="16151" y="3542"/>
                    <a:pt x="24702" y="0"/>
                    <a:pt x="33618" y="0"/>
                  </a:cubicBezTo>
                  <a:close/>
                </a:path>
              </a:pathLst>
            </a:custGeom>
            <a:solidFill>
              <a:srgbClr val="85DB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3070578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53819" y="1255222"/>
            <a:ext cx="2069869" cy="206986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C9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841865" y="1255222"/>
            <a:ext cx="2069869" cy="206986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C9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9046" y="1255222"/>
            <a:ext cx="2069869" cy="206986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C9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55658" y="1128106"/>
            <a:ext cx="1416645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KG Primary Penmanship"/>
              </a:rPr>
              <a:t>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68044" y="1128106"/>
            <a:ext cx="1416645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KG Primary Penmanship"/>
              </a:rPr>
              <a:t>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80431" y="1128106"/>
            <a:ext cx="1416645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KG Primary Penmanship"/>
              </a:rPr>
              <a:t>pl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098915" y="1483706"/>
            <a:ext cx="742950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Canva Sans Bold"/>
              </a:rPr>
              <a:t>+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911085" y="1483706"/>
            <a:ext cx="742950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Canva Sans Bold"/>
              </a:rPr>
              <a:t>=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766096" y="3514725"/>
            <a:ext cx="2144989" cy="300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KG Primary Penmanship"/>
              </a:rPr>
              <a:t>plef</a:t>
            </a:r>
          </a:p>
          <a:p>
            <a:pPr algn="ctr">
              <a:lnSpc>
                <a:spcPts val="4479"/>
              </a:lnSpc>
            </a:pPr>
            <a:r>
              <a:rPr lang="en-US" sz="6999">
                <a:solidFill>
                  <a:srgbClr val="000000"/>
                </a:solidFill>
                <a:latin typeface="KG Primary Penmanship"/>
              </a:rPr>
              <a:t>p</a:t>
            </a:r>
            <a:r>
              <a:rPr lang="en-US" sz="6999">
                <a:solidFill>
                  <a:srgbClr val="000000"/>
                </a:solidFill>
                <a:latin typeface="KG Primary Penmanship"/>
              </a:rPr>
              <a:t>lub</a:t>
            </a:r>
          </a:p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KG Primary Penmanship"/>
              </a:rPr>
              <a:t>p</a:t>
            </a:r>
            <a:r>
              <a:rPr lang="en-US" sz="6999">
                <a:solidFill>
                  <a:srgbClr val="000000"/>
                </a:solidFill>
                <a:latin typeface="KG Primary Penmanship"/>
              </a:rPr>
              <a:t>lud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C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57718" y="0"/>
            <a:ext cx="7395882" cy="7315200"/>
          </a:xfrm>
          <a:custGeom>
            <a:avLst/>
            <a:gdLst/>
            <a:ahLst/>
            <a:cxnLst/>
            <a:rect r="r" b="b" t="t" l="l"/>
            <a:pathLst>
              <a:path h="7315200" w="7395882">
                <a:moveTo>
                  <a:pt x="0" y="0"/>
                </a:moveTo>
                <a:lnTo>
                  <a:pt x="7395882" y="0"/>
                </a:lnTo>
                <a:lnTo>
                  <a:pt x="7395882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0" y="0"/>
            <a:ext cx="7395882" cy="7315200"/>
          </a:xfrm>
          <a:custGeom>
            <a:avLst/>
            <a:gdLst/>
            <a:ahLst/>
            <a:cxnLst/>
            <a:rect r="r" b="b" t="t" l="l"/>
            <a:pathLst>
              <a:path h="7315200" w="7395882">
                <a:moveTo>
                  <a:pt x="0" y="0"/>
                </a:moveTo>
                <a:lnTo>
                  <a:pt x="7395882" y="0"/>
                </a:lnTo>
                <a:lnTo>
                  <a:pt x="7395882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31520" y="731520"/>
            <a:ext cx="8290560" cy="5852160"/>
            <a:chOff x="0" y="0"/>
            <a:chExt cx="3070578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70578" cy="2167467"/>
            </a:xfrm>
            <a:custGeom>
              <a:avLst/>
              <a:gdLst/>
              <a:ahLst/>
              <a:cxnLst/>
              <a:rect r="r" b="b" t="t" l="l"/>
              <a:pathLst>
                <a:path h="2167467" w="3070578">
                  <a:moveTo>
                    <a:pt x="33618" y="0"/>
                  </a:moveTo>
                  <a:lnTo>
                    <a:pt x="3036960" y="0"/>
                  </a:lnTo>
                  <a:cubicBezTo>
                    <a:pt x="3045876" y="0"/>
                    <a:pt x="3054427" y="3542"/>
                    <a:pt x="3060731" y="9846"/>
                  </a:cubicBezTo>
                  <a:cubicBezTo>
                    <a:pt x="3067036" y="16151"/>
                    <a:pt x="3070578" y="24702"/>
                    <a:pt x="3070578" y="33618"/>
                  </a:cubicBezTo>
                  <a:lnTo>
                    <a:pt x="3070578" y="2133849"/>
                  </a:lnTo>
                  <a:cubicBezTo>
                    <a:pt x="3070578" y="2142765"/>
                    <a:pt x="3067036" y="2151316"/>
                    <a:pt x="3060731" y="2157620"/>
                  </a:cubicBezTo>
                  <a:cubicBezTo>
                    <a:pt x="3054427" y="2163925"/>
                    <a:pt x="3045876" y="2167467"/>
                    <a:pt x="3036960" y="2167467"/>
                  </a:cubicBezTo>
                  <a:lnTo>
                    <a:pt x="33618" y="2167467"/>
                  </a:lnTo>
                  <a:cubicBezTo>
                    <a:pt x="24702" y="2167467"/>
                    <a:pt x="16151" y="2163925"/>
                    <a:pt x="9846" y="2157620"/>
                  </a:cubicBezTo>
                  <a:cubicBezTo>
                    <a:pt x="3542" y="2151316"/>
                    <a:pt x="0" y="2142765"/>
                    <a:pt x="0" y="2133849"/>
                  </a:cubicBezTo>
                  <a:lnTo>
                    <a:pt x="0" y="33618"/>
                  </a:lnTo>
                  <a:cubicBezTo>
                    <a:pt x="0" y="24702"/>
                    <a:pt x="3542" y="16151"/>
                    <a:pt x="9846" y="9846"/>
                  </a:cubicBezTo>
                  <a:cubicBezTo>
                    <a:pt x="16151" y="3542"/>
                    <a:pt x="24702" y="0"/>
                    <a:pt x="33618" y="0"/>
                  </a:cubicBezTo>
                  <a:close/>
                </a:path>
              </a:pathLst>
            </a:custGeom>
            <a:solidFill>
              <a:srgbClr val="6DCFF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3070578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53819" y="1255222"/>
            <a:ext cx="2069869" cy="206986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C9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841865" y="1255222"/>
            <a:ext cx="2069869" cy="206986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C9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9046" y="1255222"/>
            <a:ext cx="2069869" cy="206986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C9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55658" y="1128106"/>
            <a:ext cx="1416645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KG Primary Penmanship"/>
              </a:rPr>
              <a:t>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68044" y="1128106"/>
            <a:ext cx="1416645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KG Primary Penmanship"/>
              </a:rPr>
              <a:t>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80431" y="1128106"/>
            <a:ext cx="1416645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KG Primary Penmanship"/>
              </a:rPr>
              <a:t>tr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098915" y="1483706"/>
            <a:ext cx="742950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Canva Sans Bold"/>
              </a:rPr>
              <a:t>+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911085" y="1483706"/>
            <a:ext cx="742950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Canva Sans Bold"/>
              </a:rPr>
              <a:t>=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766096" y="3514725"/>
            <a:ext cx="2144989" cy="300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KG Primary Penmanship"/>
              </a:rPr>
              <a:t>tren</a:t>
            </a:r>
          </a:p>
          <a:p>
            <a:pPr algn="ctr">
              <a:lnSpc>
                <a:spcPts val="4479"/>
              </a:lnSpc>
            </a:pPr>
            <a:r>
              <a:rPr lang="en-US" sz="6999">
                <a:solidFill>
                  <a:srgbClr val="000000"/>
                </a:solidFill>
                <a:latin typeface="KG Primary Penmanship"/>
              </a:rPr>
              <a:t>trin</a:t>
            </a:r>
          </a:p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KG Primary Penmanship"/>
              </a:rPr>
              <a:t>traf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C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57718" y="0"/>
            <a:ext cx="7395882" cy="7315200"/>
          </a:xfrm>
          <a:custGeom>
            <a:avLst/>
            <a:gdLst/>
            <a:ahLst/>
            <a:cxnLst/>
            <a:rect r="r" b="b" t="t" l="l"/>
            <a:pathLst>
              <a:path h="7315200" w="7395882">
                <a:moveTo>
                  <a:pt x="0" y="0"/>
                </a:moveTo>
                <a:lnTo>
                  <a:pt x="7395882" y="0"/>
                </a:lnTo>
                <a:lnTo>
                  <a:pt x="7395882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0" y="0"/>
            <a:ext cx="7395882" cy="7315200"/>
          </a:xfrm>
          <a:custGeom>
            <a:avLst/>
            <a:gdLst/>
            <a:ahLst/>
            <a:cxnLst/>
            <a:rect r="r" b="b" t="t" l="l"/>
            <a:pathLst>
              <a:path h="7315200" w="7395882">
                <a:moveTo>
                  <a:pt x="0" y="0"/>
                </a:moveTo>
                <a:lnTo>
                  <a:pt x="7395882" y="0"/>
                </a:lnTo>
                <a:lnTo>
                  <a:pt x="7395882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31520" y="731520"/>
            <a:ext cx="8290560" cy="5852160"/>
            <a:chOff x="0" y="0"/>
            <a:chExt cx="3070578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70578" cy="2167467"/>
            </a:xfrm>
            <a:custGeom>
              <a:avLst/>
              <a:gdLst/>
              <a:ahLst/>
              <a:cxnLst/>
              <a:rect r="r" b="b" t="t" l="l"/>
              <a:pathLst>
                <a:path h="2167467" w="3070578">
                  <a:moveTo>
                    <a:pt x="33618" y="0"/>
                  </a:moveTo>
                  <a:lnTo>
                    <a:pt x="3036960" y="0"/>
                  </a:lnTo>
                  <a:cubicBezTo>
                    <a:pt x="3045876" y="0"/>
                    <a:pt x="3054427" y="3542"/>
                    <a:pt x="3060731" y="9846"/>
                  </a:cubicBezTo>
                  <a:cubicBezTo>
                    <a:pt x="3067036" y="16151"/>
                    <a:pt x="3070578" y="24702"/>
                    <a:pt x="3070578" y="33618"/>
                  </a:cubicBezTo>
                  <a:lnTo>
                    <a:pt x="3070578" y="2133849"/>
                  </a:lnTo>
                  <a:cubicBezTo>
                    <a:pt x="3070578" y="2142765"/>
                    <a:pt x="3067036" y="2151316"/>
                    <a:pt x="3060731" y="2157620"/>
                  </a:cubicBezTo>
                  <a:cubicBezTo>
                    <a:pt x="3054427" y="2163925"/>
                    <a:pt x="3045876" y="2167467"/>
                    <a:pt x="3036960" y="2167467"/>
                  </a:cubicBezTo>
                  <a:lnTo>
                    <a:pt x="33618" y="2167467"/>
                  </a:lnTo>
                  <a:cubicBezTo>
                    <a:pt x="24702" y="2167467"/>
                    <a:pt x="16151" y="2163925"/>
                    <a:pt x="9846" y="2157620"/>
                  </a:cubicBezTo>
                  <a:cubicBezTo>
                    <a:pt x="3542" y="2151316"/>
                    <a:pt x="0" y="2142765"/>
                    <a:pt x="0" y="2133849"/>
                  </a:cubicBezTo>
                  <a:lnTo>
                    <a:pt x="0" y="33618"/>
                  </a:lnTo>
                  <a:cubicBezTo>
                    <a:pt x="0" y="24702"/>
                    <a:pt x="3542" y="16151"/>
                    <a:pt x="9846" y="9846"/>
                  </a:cubicBezTo>
                  <a:cubicBezTo>
                    <a:pt x="16151" y="3542"/>
                    <a:pt x="24702" y="0"/>
                    <a:pt x="33618" y="0"/>
                  </a:cubicBezTo>
                  <a:close/>
                </a:path>
              </a:pathLst>
            </a:custGeom>
            <a:solidFill>
              <a:srgbClr val="F57E9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3070578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53819" y="1255222"/>
            <a:ext cx="2069869" cy="206986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C9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841865" y="1255222"/>
            <a:ext cx="2069869" cy="206986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C9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9046" y="1255222"/>
            <a:ext cx="2069869" cy="206986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C9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55658" y="1128106"/>
            <a:ext cx="1416645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KG Primary Penmanship"/>
              </a:rPr>
              <a:t>b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68044" y="1128106"/>
            <a:ext cx="1416645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KG Primary Penmanship"/>
              </a:rPr>
              <a:t>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80431" y="1128106"/>
            <a:ext cx="1416645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KG Primary Penmanship"/>
              </a:rPr>
              <a:t>br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098915" y="1483706"/>
            <a:ext cx="742950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Canva Sans Bold"/>
              </a:rPr>
              <a:t>+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911085" y="1483706"/>
            <a:ext cx="742950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Canva Sans Bold"/>
              </a:rPr>
              <a:t>=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766096" y="3514725"/>
            <a:ext cx="2144989" cy="300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KG Primary Penmanship"/>
              </a:rPr>
              <a:t>braf</a:t>
            </a:r>
          </a:p>
          <a:p>
            <a:pPr algn="ctr">
              <a:lnSpc>
                <a:spcPts val="4479"/>
              </a:lnSpc>
            </a:pPr>
            <a:r>
              <a:rPr lang="en-US" sz="6999">
                <a:solidFill>
                  <a:srgbClr val="000000"/>
                </a:solidFill>
                <a:latin typeface="KG Primary Penmanship"/>
              </a:rPr>
              <a:t>bri</a:t>
            </a:r>
            <a:r>
              <a:rPr lang="en-US" sz="6999">
                <a:solidFill>
                  <a:srgbClr val="000000"/>
                </a:solidFill>
                <a:latin typeface="KG Primary Penmanship"/>
              </a:rPr>
              <a:t>b</a:t>
            </a:r>
          </a:p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KG Primary Penmanship"/>
              </a:rPr>
              <a:t>bruk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C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57718" y="0"/>
            <a:ext cx="7395882" cy="7315200"/>
          </a:xfrm>
          <a:custGeom>
            <a:avLst/>
            <a:gdLst/>
            <a:ahLst/>
            <a:cxnLst/>
            <a:rect r="r" b="b" t="t" l="l"/>
            <a:pathLst>
              <a:path h="7315200" w="7395882">
                <a:moveTo>
                  <a:pt x="0" y="0"/>
                </a:moveTo>
                <a:lnTo>
                  <a:pt x="7395882" y="0"/>
                </a:lnTo>
                <a:lnTo>
                  <a:pt x="7395882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0" y="0"/>
            <a:ext cx="7395882" cy="7315200"/>
          </a:xfrm>
          <a:custGeom>
            <a:avLst/>
            <a:gdLst/>
            <a:ahLst/>
            <a:cxnLst/>
            <a:rect r="r" b="b" t="t" l="l"/>
            <a:pathLst>
              <a:path h="7315200" w="7395882">
                <a:moveTo>
                  <a:pt x="0" y="0"/>
                </a:moveTo>
                <a:lnTo>
                  <a:pt x="7395882" y="0"/>
                </a:lnTo>
                <a:lnTo>
                  <a:pt x="7395882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31520" y="731520"/>
            <a:ext cx="8290560" cy="5852160"/>
            <a:chOff x="0" y="0"/>
            <a:chExt cx="3070578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70578" cy="2167467"/>
            </a:xfrm>
            <a:custGeom>
              <a:avLst/>
              <a:gdLst/>
              <a:ahLst/>
              <a:cxnLst/>
              <a:rect r="r" b="b" t="t" l="l"/>
              <a:pathLst>
                <a:path h="2167467" w="3070578">
                  <a:moveTo>
                    <a:pt x="33618" y="0"/>
                  </a:moveTo>
                  <a:lnTo>
                    <a:pt x="3036960" y="0"/>
                  </a:lnTo>
                  <a:cubicBezTo>
                    <a:pt x="3045876" y="0"/>
                    <a:pt x="3054427" y="3542"/>
                    <a:pt x="3060731" y="9846"/>
                  </a:cubicBezTo>
                  <a:cubicBezTo>
                    <a:pt x="3067036" y="16151"/>
                    <a:pt x="3070578" y="24702"/>
                    <a:pt x="3070578" y="33618"/>
                  </a:cubicBezTo>
                  <a:lnTo>
                    <a:pt x="3070578" y="2133849"/>
                  </a:lnTo>
                  <a:cubicBezTo>
                    <a:pt x="3070578" y="2142765"/>
                    <a:pt x="3067036" y="2151316"/>
                    <a:pt x="3060731" y="2157620"/>
                  </a:cubicBezTo>
                  <a:cubicBezTo>
                    <a:pt x="3054427" y="2163925"/>
                    <a:pt x="3045876" y="2167467"/>
                    <a:pt x="3036960" y="2167467"/>
                  </a:cubicBezTo>
                  <a:lnTo>
                    <a:pt x="33618" y="2167467"/>
                  </a:lnTo>
                  <a:cubicBezTo>
                    <a:pt x="24702" y="2167467"/>
                    <a:pt x="16151" y="2163925"/>
                    <a:pt x="9846" y="2157620"/>
                  </a:cubicBezTo>
                  <a:cubicBezTo>
                    <a:pt x="3542" y="2151316"/>
                    <a:pt x="0" y="2142765"/>
                    <a:pt x="0" y="2133849"/>
                  </a:cubicBezTo>
                  <a:lnTo>
                    <a:pt x="0" y="33618"/>
                  </a:lnTo>
                  <a:cubicBezTo>
                    <a:pt x="0" y="24702"/>
                    <a:pt x="3542" y="16151"/>
                    <a:pt x="9846" y="9846"/>
                  </a:cubicBezTo>
                  <a:cubicBezTo>
                    <a:pt x="16151" y="3542"/>
                    <a:pt x="24702" y="0"/>
                    <a:pt x="33618" y="0"/>
                  </a:cubicBezTo>
                  <a:close/>
                </a:path>
              </a:pathLst>
            </a:custGeom>
            <a:solidFill>
              <a:srgbClr val="85DB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3070578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53819" y="1255222"/>
            <a:ext cx="2069869" cy="206986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C9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841865" y="1255222"/>
            <a:ext cx="2069869" cy="206986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C9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9046" y="1255222"/>
            <a:ext cx="2069869" cy="206986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C9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55658" y="1128106"/>
            <a:ext cx="1416645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KG Primary Penmanship"/>
              </a:rPr>
              <a:t>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68044" y="1128106"/>
            <a:ext cx="1416645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KG Primary Penmanship"/>
              </a:rPr>
              <a:t>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80431" y="1128106"/>
            <a:ext cx="1416645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KG Primary Penmanship"/>
              </a:rPr>
              <a:t>sl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098915" y="1483706"/>
            <a:ext cx="742950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Canva Sans Bold"/>
              </a:rPr>
              <a:t>+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911085" y="1483706"/>
            <a:ext cx="742950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Canva Sans Bold"/>
              </a:rPr>
              <a:t>=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766096" y="3514725"/>
            <a:ext cx="2144989" cy="300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KG Primary Penmanship"/>
              </a:rPr>
              <a:t>slif</a:t>
            </a:r>
          </a:p>
          <a:p>
            <a:pPr algn="ctr">
              <a:lnSpc>
                <a:spcPts val="4479"/>
              </a:lnSpc>
            </a:pPr>
            <a:r>
              <a:rPr lang="en-US" sz="6999">
                <a:solidFill>
                  <a:srgbClr val="000000"/>
                </a:solidFill>
                <a:latin typeface="KG Primary Penmanship"/>
              </a:rPr>
              <a:t>s</a:t>
            </a:r>
            <a:r>
              <a:rPr lang="en-US" sz="6999">
                <a:solidFill>
                  <a:srgbClr val="000000"/>
                </a:solidFill>
                <a:latin typeface="KG Primary Penmanship"/>
              </a:rPr>
              <a:t>lub</a:t>
            </a:r>
          </a:p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KG Primary Penmanship"/>
              </a:rPr>
              <a:t>sl</a:t>
            </a:r>
            <a:r>
              <a:rPr lang="en-US" sz="6999">
                <a:solidFill>
                  <a:srgbClr val="000000"/>
                </a:solidFill>
                <a:latin typeface="KG Primary Penmanship"/>
              </a:rPr>
              <a:t>ud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C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57718" y="0"/>
            <a:ext cx="7395882" cy="7315200"/>
          </a:xfrm>
          <a:custGeom>
            <a:avLst/>
            <a:gdLst/>
            <a:ahLst/>
            <a:cxnLst/>
            <a:rect r="r" b="b" t="t" l="l"/>
            <a:pathLst>
              <a:path h="7315200" w="7395882">
                <a:moveTo>
                  <a:pt x="0" y="0"/>
                </a:moveTo>
                <a:lnTo>
                  <a:pt x="7395882" y="0"/>
                </a:lnTo>
                <a:lnTo>
                  <a:pt x="7395882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0" y="0"/>
            <a:ext cx="7395882" cy="7315200"/>
          </a:xfrm>
          <a:custGeom>
            <a:avLst/>
            <a:gdLst/>
            <a:ahLst/>
            <a:cxnLst/>
            <a:rect r="r" b="b" t="t" l="l"/>
            <a:pathLst>
              <a:path h="7315200" w="7395882">
                <a:moveTo>
                  <a:pt x="0" y="0"/>
                </a:moveTo>
                <a:lnTo>
                  <a:pt x="7395882" y="0"/>
                </a:lnTo>
                <a:lnTo>
                  <a:pt x="7395882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31520" y="731520"/>
            <a:ext cx="8290560" cy="5852160"/>
            <a:chOff x="0" y="0"/>
            <a:chExt cx="3070578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70578" cy="2167467"/>
            </a:xfrm>
            <a:custGeom>
              <a:avLst/>
              <a:gdLst/>
              <a:ahLst/>
              <a:cxnLst/>
              <a:rect r="r" b="b" t="t" l="l"/>
              <a:pathLst>
                <a:path h="2167467" w="3070578">
                  <a:moveTo>
                    <a:pt x="33618" y="0"/>
                  </a:moveTo>
                  <a:lnTo>
                    <a:pt x="3036960" y="0"/>
                  </a:lnTo>
                  <a:cubicBezTo>
                    <a:pt x="3045876" y="0"/>
                    <a:pt x="3054427" y="3542"/>
                    <a:pt x="3060731" y="9846"/>
                  </a:cubicBezTo>
                  <a:cubicBezTo>
                    <a:pt x="3067036" y="16151"/>
                    <a:pt x="3070578" y="24702"/>
                    <a:pt x="3070578" y="33618"/>
                  </a:cubicBezTo>
                  <a:lnTo>
                    <a:pt x="3070578" y="2133849"/>
                  </a:lnTo>
                  <a:cubicBezTo>
                    <a:pt x="3070578" y="2142765"/>
                    <a:pt x="3067036" y="2151316"/>
                    <a:pt x="3060731" y="2157620"/>
                  </a:cubicBezTo>
                  <a:cubicBezTo>
                    <a:pt x="3054427" y="2163925"/>
                    <a:pt x="3045876" y="2167467"/>
                    <a:pt x="3036960" y="2167467"/>
                  </a:cubicBezTo>
                  <a:lnTo>
                    <a:pt x="33618" y="2167467"/>
                  </a:lnTo>
                  <a:cubicBezTo>
                    <a:pt x="24702" y="2167467"/>
                    <a:pt x="16151" y="2163925"/>
                    <a:pt x="9846" y="2157620"/>
                  </a:cubicBezTo>
                  <a:cubicBezTo>
                    <a:pt x="3542" y="2151316"/>
                    <a:pt x="0" y="2142765"/>
                    <a:pt x="0" y="2133849"/>
                  </a:cubicBezTo>
                  <a:lnTo>
                    <a:pt x="0" y="33618"/>
                  </a:lnTo>
                  <a:cubicBezTo>
                    <a:pt x="0" y="24702"/>
                    <a:pt x="3542" y="16151"/>
                    <a:pt x="9846" y="9846"/>
                  </a:cubicBezTo>
                  <a:cubicBezTo>
                    <a:pt x="16151" y="3542"/>
                    <a:pt x="24702" y="0"/>
                    <a:pt x="33618" y="0"/>
                  </a:cubicBezTo>
                  <a:close/>
                </a:path>
              </a:pathLst>
            </a:custGeom>
            <a:solidFill>
              <a:srgbClr val="6DCFF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3070578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53819" y="1255222"/>
            <a:ext cx="2069869" cy="206986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C9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841865" y="1255222"/>
            <a:ext cx="2069869" cy="206986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C9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9046" y="1255222"/>
            <a:ext cx="2069869" cy="206986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C9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55658" y="1128106"/>
            <a:ext cx="1416645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KG Primary Penmanship"/>
              </a:rPr>
              <a:t>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68044" y="1128106"/>
            <a:ext cx="1416645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KG Primary Penmanship"/>
              </a:rPr>
              <a:t>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80431" y="1128106"/>
            <a:ext cx="1416645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KG Primary Penmanship"/>
              </a:rPr>
              <a:t>st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098915" y="1483706"/>
            <a:ext cx="742950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Canva Sans Bold"/>
              </a:rPr>
              <a:t>+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911085" y="1483706"/>
            <a:ext cx="742950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Canva Sans Bold"/>
              </a:rPr>
              <a:t>=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766096" y="3514725"/>
            <a:ext cx="2144989" cy="300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KG Primary Penmanship"/>
              </a:rPr>
              <a:t>stug</a:t>
            </a:r>
          </a:p>
          <a:p>
            <a:pPr algn="ctr">
              <a:lnSpc>
                <a:spcPts val="4479"/>
              </a:lnSpc>
            </a:pPr>
            <a:r>
              <a:rPr lang="en-US" sz="6999">
                <a:solidFill>
                  <a:srgbClr val="000000"/>
                </a:solidFill>
                <a:latin typeface="KG Primary Penmanship"/>
              </a:rPr>
              <a:t>stol</a:t>
            </a:r>
          </a:p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KG Primary Penmanship"/>
              </a:rPr>
              <a:t>sted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C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57718" y="0"/>
            <a:ext cx="7395882" cy="7315200"/>
          </a:xfrm>
          <a:custGeom>
            <a:avLst/>
            <a:gdLst/>
            <a:ahLst/>
            <a:cxnLst/>
            <a:rect r="r" b="b" t="t" l="l"/>
            <a:pathLst>
              <a:path h="7315200" w="7395882">
                <a:moveTo>
                  <a:pt x="0" y="0"/>
                </a:moveTo>
                <a:lnTo>
                  <a:pt x="7395882" y="0"/>
                </a:lnTo>
                <a:lnTo>
                  <a:pt x="7395882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0" y="0"/>
            <a:ext cx="7395882" cy="7315200"/>
          </a:xfrm>
          <a:custGeom>
            <a:avLst/>
            <a:gdLst/>
            <a:ahLst/>
            <a:cxnLst/>
            <a:rect r="r" b="b" t="t" l="l"/>
            <a:pathLst>
              <a:path h="7315200" w="7395882">
                <a:moveTo>
                  <a:pt x="0" y="0"/>
                </a:moveTo>
                <a:lnTo>
                  <a:pt x="7395882" y="0"/>
                </a:lnTo>
                <a:lnTo>
                  <a:pt x="7395882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31520" y="731520"/>
            <a:ext cx="8290560" cy="5852160"/>
            <a:chOff x="0" y="0"/>
            <a:chExt cx="3070578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70578" cy="2167467"/>
            </a:xfrm>
            <a:custGeom>
              <a:avLst/>
              <a:gdLst/>
              <a:ahLst/>
              <a:cxnLst/>
              <a:rect r="r" b="b" t="t" l="l"/>
              <a:pathLst>
                <a:path h="2167467" w="3070578">
                  <a:moveTo>
                    <a:pt x="33618" y="0"/>
                  </a:moveTo>
                  <a:lnTo>
                    <a:pt x="3036960" y="0"/>
                  </a:lnTo>
                  <a:cubicBezTo>
                    <a:pt x="3045876" y="0"/>
                    <a:pt x="3054427" y="3542"/>
                    <a:pt x="3060731" y="9846"/>
                  </a:cubicBezTo>
                  <a:cubicBezTo>
                    <a:pt x="3067036" y="16151"/>
                    <a:pt x="3070578" y="24702"/>
                    <a:pt x="3070578" y="33618"/>
                  </a:cubicBezTo>
                  <a:lnTo>
                    <a:pt x="3070578" y="2133849"/>
                  </a:lnTo>
                  <a:cubicBezTo>
                    <a:pt x="3070578" y="2142765"/>
                    <a:pt x="3067036" y="2151316"/>
                    <a:pt x="3060731" y="2157620"/>
                  </a:cubicBezTo>
                  <a:cubicBezTo>
                    <a:pt x="3054427" y="2163925"/>
                    <a:pt x="3045876" y="2167467"/>
                    <a:pt x="3036960" y="2167467"/>
                  </a:cubicBezTo>
                  <a:lnTo>
                    <a:pt x="33618" y="2167467"/>
                  </a:lnTo>
                  <a:cubicBezTo>
                    <a:pt x="24702" y="2167467"/>
                    <a:pt x="16151" y="2163925"/>
                    <a:pt x="9846" y="2157620"/>
                  </a:cubicBezTo>
                  <a:cubicBezTo>
                    <a:pt x="3542" y="2151316"/>
                    <a:pt x="0" y="2142765"/>
                    <a:pt x="0" y="2133849"/>
                  </a:cubicBezTo>
                  <a:lnTo>
                    <a:pt x="0" y="33618"/>
                  </a:lnTo>
                  <a:cubicBezTo>
                    <a:pt x="0" y="24702"/>
                    <a:pt x="3542" y="16151"/>
                    <a:pt x="9846" y="9846"/>
                  </a:cubicBezTo>
                  <a:cubicBezTo>
                    <a:pt x="16151" y="3542"/>
                    <a:pt x="24702" y="0"/>
                    <a:pt x="33618" y="0"/>
                  </a:cubicBezTo>
                  <a:close/>
                </a:path>
              </a:pathLst>
            </a:custGeom>
            <a:solidFill>
              <a:srgbClr val="F57E9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3070578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53819" y="1255222"/>
            <a:ext cx="2069869" cy="206986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C9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841865" y="1255222"/>
            <a:ext cx="2069869" cy="206986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C9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9046" y="1255222"/>
            <a:ext cx="2069869" cy="206986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C9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55658" y="1128106"/>
            <a:ext cx="1416645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KG Primary Penmanship"/>
              </a:rPr>
              <a:t>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68044" y="1128106"/>
            <a:ext cx="1416645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KG Primary Penmanship"/>
              </a:rPr>
              <a:t>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80431" y="1128106"/>
            <a:ext cx="1416645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KG Primary Penmanship"/>
              </a:rPr>
              <a:t>gl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098915" y="1483706"/>
            <a:ext cx="742950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Canva Sans Bold"/>
              </a:rPr>
              <a:t>+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911085" y="1483706"/>
            <a:ext cx="742950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Canva Sans Bold"/>
              </a:rPr>
              <a:t>=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766096" y="3514725"/>
            <a:ext cx="2144989" cy="300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KG Primary Penmanship"/>
              </a:rPr>
              <a:t>glef</a:t>
            </a:r>
          </a:p>
          <a:p>
            <a:pPr algn="ctr">
              <a:lnSpc>
                <a:spcPts val="4479"/>
              </a:lnSpc>
            </a:pPr>
            <a:r>
              <a:rPr lang="en-US" sz="6999">
                <a:solidFill>
                  <a:srgbClr val="000000"/>
                </a:solidFill>
                <a:latin typeface="KG Primary Penmanship"/>
              </a:rPr>
              <a:t>glit</a:t>
            </a:r>
          </a:p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KG Primary Penmanship"/>
              </a:rPr>
              <a:t>glod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C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57718" y="0"/>
            <a:ext cx="7395882" cy="7315200"/>
          </a:xfrm>
          <a:custGeom>
            <a:avLst/>
            <a:gdLst/>
            <a:ahLst/>
            <a:cxnLst/>
            <a:rect r="r" b="b" t="t" l="l"/>
            <a:pathLst>
              <a:path h="7315200" w="7395882">
                <a:moveTo>
                  <a:pt x="0" y="0"/>
                </a:moveTo>
                <a:lnTo>
                  <a:pt x="7395882" y="0"/>
                </a:lnTo>
                <a:lnTo>
                  <a:pt x="7395882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0" y="0"/>
            <a:ext cx="7395882" cy="7315200"/>
          </a:xfrm>
          <a:custGeom>
            <a:avLst/>
            <a:gdLst/>
            <a:ahLst/>
            <a:cxnLst/>
            <a:rect r="r" b="b" t="t" l="l"/>
            <a:pathLst>
              <a:path h="7315200" w="7395882">
                <a:moveTo>
                  <a:pt x="0" y="0"/>
                </a:moveTo>
                <a:lnTo>
                  <a:pt x="7395882" y="0"/>
                </a:lnTo>
                <a:lnTo>
                  <a:pt x="7395882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31520" y="731520"/>
            <a:ext cx="8290560" cy="5852160"/>
            <a:chOff x="0" y="0"/>
            <a:chExt cx="3070578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70578" cy="2167467"/>
            </a:xfrm>
            <a:custGeom>
              <a:avLst/>
              <a:gdLst/>
              <a:ahLst/>
              <a:cxnLst/>
              <a:rect r="r" b="b" t="t" l="l"/>
              <a:pathLst>
                <a:path h="2167467" w="3070578">
                  <a:moveTo>
                    <a:pt x="33618" y="0"/>
                  </a:moveTo>
                  <a:lnTo>
                    <a:pt x="3036960" y="0"/>
                  </a:lnTo>
                  <a:cubicBezTo>
                    <a:pt x="3045876" y="0"/>
                    <a:pt x="3054427" y="3542"/>
                    <a:pt x="3060731" y="9846"/>
                  </a:cubicBezTo>
                  <a:cubicBezTo>
                    <a:pt x="3067036" y="16151"/>
                    <a:pt x="3070578" y="24702"/>
                    <a:pt x="3070578" y="33618"/>
                  </a:cubicBezTo>
                  <a:lnTo>
                    <a:pt x="3070578" y="2133849"/>
                  </a:lnTo>
                  <a:cubicBezTo>
                    <a:pt x="3070578" y="2142765"/>
                    <a:pt x="3067036" y="2151316"/>
                    <a:pt x="3060731" y="2157620"/>
                  </a:cubicBezTo>
                  <a:cubicBezTo>
                    <a:pt x="3054427" y="2163925"/>
                    <a:pt x="3045876" y="2167467"/>
                    <a:pt x="3036960" y="2167467"/>
                  </a:cubicBezTo>
                  <a:lnTo>
                    <a:pt x="33618" y="2167467"/>
                  </a:lnTo>
                  <a:cubicBezTo>
                    <a:pt x="24702" y="2167467"/>
                    <a:pt x="16151" y="2163925"/>
                    <a:pt x="9846" y="2157620"/>
                  </a:cubicBezTo>
                  <a:cubicBezTo>
                    <a:pt x="3542" y="2151316"/>
                    <a:pt x="0" y="2142765"/>
                    <a:pt x="0" y="2133849"/>
                  </a:cubicBezTo>
                  <a:lnTo>
                    <a:pt x="0" y="33618"/>
                  </a:lnTo>
                  <a:cubicBezTo>
                    <a:pt x="0" y="24702"/>
                    <a:pt x="3542" y="16151"/>
                    <a:pt x="9846" y="9846"/>
                  </a:cubicBezTo>
                  <a:cubicBezTo>
                    <a:pt x="16151" y="3542"/>
                    <a:pt x="24702" y="0"/>
                    <a:pt x="33618" y="0"/>
                  </a:cubicBezTo>
                  <a:close/>
                </a:path>
              </a:pathLst>
            </a:custGeom>
            <a:solidFill>
              <a:srgbClr val="85DB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3070578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53819" y="1255222"/>
            <a:ext cx="2069869" cy="206986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C9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841865" y="1255222"/>
            <a:ext cx="2069869" cy="206986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C9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9046" y="1255222"/>
            <a:ext cx="2069869" cy="206986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C9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55658" y="1128106"/>
            <a:ext cx="1416645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KG Primary Penmanship"/>
              </a:rPr>
              <a:t>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68044" y="1128106"/>
            <a:ext cx="1416645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KG Primary Penmanship"/>
              </a:rPr>
              <a:t>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80431" y="1128106"/>
            <a:ext cx="1416645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KG Primary Penmanship"/>
              </a:rPr>
              <a:t>gr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098915" y="1483706"/>
            <a:ext cx="742950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Canva Sans Bold"/>
              </a:rPr>
              <a:t>+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911085" y="1483706"/>
            <a:ext cx="742950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Canva Sans Bold"/>
              </a:rPr>
              <a:t>=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766096" y="3514725"/>
            <a:ext cx="2144989" cy="300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KG Primary Penmanship"/>
              </a:rPr>
              <a:t>griz</a:t>
            </a:r>
          </a:p>
          <a:p>
            <a:pPr algn="ctr">
              <a:lnSpc>
                <a:spcPts val="4479"/>
              </a:lnSpc>
            </a:pPr>
            <a:r>
              <a:rPr lang="en-US" sz="6999">
                <a:solidFill>
                  <a:srgbClr val="000000"/>
                </a:solidFill>
                <a:latin typeface="KG Primary Penmanship"/>
              </a:rPr>
              <a:t>grop</a:t>
            </a:r>
          </a:p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KG Primary Penmanship"/>
              </a:rPr>
              <a:t>grek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C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57718" y="0"/>
            <a:ext cx="7395882" cy="7315200"/>
          </a:xfrm>
          <a:custGeom>
            <a:avLst/>
            <a:gdLst/>
            <a:ahLst/>
            <a:cxnLst/>
            <a:rect r="r" b="b" t="t" l="l"/>
            <a:pathLst>
              <a:path h="7315200" w="7395882">
                <a:moveTo>
                  <a:pt x="0" y="0"/>
                </a:moveTo>
                <a:lnTo>
                  <a:pt x="7395882" y="0"/>
                </a:lnTo>
                <a:lnTo>
                  <a:pt x="7395882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0" y="0"/>
            <a:ext cx="7395882" cy="7315200"/>
          </a:xfrm>
          <a:custGeom>
            <a:avLst/>
            <a:gdLst/>
            <a:ahLst/>
            <a:cxnLst/>
            <a:rect r="r" b="b" t="t" l="l"/>
            <a:pathLst>
              <a:path h="7315200" w="7395882">
                <a:moveTo>
                  <a:pt x="0" y="0"/>
                </a:moveTo>
                <a:lnTo>
                  <a:pt x="7395882" y="0"/>
                </a:lnTo>
                <a:lnTo>
                  <a:pt x="7395882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31520" y="731520"/>
            <a:ext cx="8290560" cy="5852160"/>
            <a:chOff x="0" y="0"/>
            <a:chExt cx="3070578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70578" cy="2167467"/>
            </a:xfrm>
            <a:custGeom>
              <a:avLst/>
              <a:gdLst/>
              <a:ahLst/>
              <a:cxnLst/>
              <a:rect r="r" b="b" t="t" l="l"/>
              <a:pathLst>
                <a:path h="2167467" w="3070578">
                  <a:moveTo>
                    <a:pt x="33618" y="0"/>
                  </a:moveTo>
                  <a:lnTo>
                    <a:pt x="3036960" y="0"/>
                  </a:lnTo>
                  <a:cubicBezTo>
                    <a:pt x="3045876" y="0"/>
                    <a:pt x="3054427" y="3542"/>
                    <a:pt x="3060731" y="9846"/>
                  </a:cubicBezTo>
                  <a:cubicBezTo>
                    <a:pt x="3067036" y="16151"/>
                    <a:pt x="3070578" y="24702"/>
                    <a:pt x="3070578" y="33618"/>
                  </a:cubicBezTo>
                  <a:lnTo>
                    <a:pt x="3070578" y="2133849"/>
                  </a:lnTo>
                  <a:cubicBezTo>
                    <a:pt x="3070578" y="2142765"/>
                    <a:pt x="3067036" y="2151316"/>
                    <a:pt x="3060731" y="2157620"/>
                  </a:cubicBezTo>
                  <a:cubicBezTo>
                    <a:pt x="3054427" y="2163925"/>
                    <a:pt x="3045876" y="2167467"/>
                    <a:pt x="3036960" y="2167467"/>
                  </a:cubicBezTo>
                  <a:lnTo>
                    <a:pt x="33618" y="2167467"/>
                  </a:lnTo>
                  <a:cubicBezTo>
                    <a:pt x="24702" y="2167467"/>
                    <a:pt x="16151" y="2163925"/>
                    <a:pt x="9846" y="2157620"/>
                  </a:cubicBezTo>
                  <a:cubicBezTo>
                    <a:pt x="3542" y="2151316"/>
                    <a:pt x="0" y="2142765"/>
                    <a:pt x="0" y="2133849"/>
                  </a:cubicBezTo>
                  <a:lnTo>
                    <a:pt x="0" y="33618"/>
                  </a:lnTo>
                  <a:cubicBezTo>
                    <a:pt x="0" y="24702"/>
                    <a:pt x="3542" y="16151"/>
                    <a:pt x="9846" y="9846"/>
                  </a:cubicBezTo>
                  <a:cubicBezTo>
                    <a:pt x="16151" y="3542"/>
                    <a:pt x="24702" y="0"/>
                    <a:pt x="33618" y="0"/>
                  </a:cubicBezTo>
                  <a:close/>
                </a:path>
              </a:pathLst>
            </a:custGeom>
            <a:solidFill>
              <a:srgbClr val="6DCFF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3070578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53819" y="1255222"/>
            <a:ext cx="2069869" cy="206986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C9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841865" y="1255222"/>
            <a:ext cx="2069869" cy="206986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C9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9046" y="1255222"/>
            <a:ext cx="2069869" cy="206986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C9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4168044" y="1128106"/>
            <a:ext cx="1416645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KG Primary Penmanship"/>
              </a:rPr>
              <a:t>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80431" y="1128106"/>
            <a:ext cx="1416645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KG Primary Penmanship"/>
              </a:rPr>
              <a:t>fr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098915" y="1483706"/>
            <a:ext cx="742950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Canva Sans Bold"/>
              </a:rPr>
              <a:t>+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911085" y="1483706"/>
            <a:ext cx="742950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Canva Sans Bold"/>
              </a:rPr>
              <a:t>=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766096" y="3514725"/>
            <a:ext cx="2144989" cy="300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KG Primary Penmanship"/>
              </a:rPr>
              <a:t>frin</a:t>
            </a:r>
          </a:p>
          <a:p>
            <a:pPr algn="ctr">
              <a:lnSpc>
                <a:spcPts val="4479"/>
              </a:lnSpc>
            </a:pPr>
            <a:r>
              <a:rPr lang="en-US" sz="6999">
                <a:solidFill>
                  <a:srgbClr val="000000"/>
                </a:solidFill>
                <a:latin typeface="KG Primary Penmanship"/>
              </a:rPr>
              <a:t>frut</a:t>
            </a:r>
          </a:p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KG Primary Penmanship"/>
              </a:rPr>
              <a:t>frol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58420" y="1128106"/>
            <a:ext cx="1416645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KG Primary Penmanship"/>
              </a:rPr>
              <a:t>f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C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57718" y="0"/>
            <a:ext cx="7395882" cy="7315200"/>
          </a:xfrm>
          <a:custGeom>
            <a:avLst/>
            <a:gdLst/>
            <a:ahLst/>
            <a:cxnLst/>
            <a:rect r="r" b="b" t="t" l="l"/>
            <a:pathLst>
              <a:path h="7315200" w="7395882">
                <a:moveTo>
                  <a:pt x="0" y="0"/>
                </a:moveTo>
                <a:lnTo>
                  <a:pt x="7395882" y="0"/>
                </a:lnTo>
                <a:lnTo>
                  <a:pt x="7395882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0" y="0"/>
            <a:ext cx="7395882" cy="7315200"/>
          </a:xfrm>
          <a:custGeom>
            <a:avLst/>
            <a:gdLst/>
            <a:ahLst/>
            <a:cxnLst/>
            <a:rect r="r" b="b" t="t" l="l"/>
            <a:pathLst>
              <a:path h="7315200" w="7395882">
                <a:moveTo>
                  <a:pt x="0" y="0"/>
                </a:moveTo>
                <a:lnTo>
                  <a:pt x="7395882" y="0"/>
                </a:lnTo>
                <a:lnTo>
                  <a:pt x="7395882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31520" y="731520"/>
            <a:ext cx="8290560" cy="5852160"/>
            <a:chOff x="0" y="0"/>
            <a:chExt cx="3070578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70578" cy="2167467"/>
            </a:xfrm>
            <a:custGeom>
              <a:avLst/>
              <a:gdLst/>
              <a:ahLst/>
              <a:cxnLst/>
              <a:rect r="r" b="b" t="t" l="l"/>
              <a:pathLst>
                <a:path h="2167467" w="3070578">
                  <a:moveTo>
                    <a:pt x="33618" y="0"/>
                  </a:moveTo>
                  <a:lnTo>
                    <a:pt x="3036960" y="0"/>
                  </a:lnTo>
                  <a:cubicBezTo>
                    <a:pt x="3045876" y="0"/>
                    <a:pt x="3054427" y="3542"/>
                    <a:pt x="3060731" y="9846"/>
                  </a:cubicBezTo>
                  <a:cubicBezTo>
                    <a:pt x="3067036" y="16151"/>
                    <a:pt x="3070578" y="24702"/>
                    <a:pt x="3070578" y="33618"/>
                  </a:cubicBezTo>
                  <a:lnTo>
                    <a:pt x="3070578" y="2133849"/>
                  </a:lnTo>
                  <a:cubicBezTo>
                    <a:pt x="3070578" y="2142765"/>
                    <a:pt x="3067036" y="2151316"/>
                    <a:pt x="3060731" y="2157620"/>
                  </a:cubicBezTo>
                  <a:cubicBezTo>
                    <a:pt x="3054427" y="2163925"/>
                    <a:pt x="3045876" y="2167467"/>
                    <a:pt x="3036960" y="2167467"/>
                  </a:cubicBezTo>
                  <a:lnTo>
                    <a:pt x="33618" y="2167467"/>
                  </a:lnTo>
                  <a:cubicBezTo>
                    <a:pt x="24702" y="2167467"/>
                    <a:pt x="16151" y="2163925"/>
                    <a:pt x="9846" y="2157620"/>
                  </a:cubicBezTo>
                  <a:cubicBezTo>
                    <a:pt x="3542" y="2151316"/>
                    <a:pt x="0" y="2142765"/>
                    <a:pt x="0" y="2133849"/>
                  </a:cubicBezTo>
                  <a:lnTo>
                    <a:pt x="0" y="33618"/>
                  </a:lnTo>
                  <a:cubicBezTo>
                    <a:pt x="0" y="24702"/>
                    <a:pt x="3542" y="16151"/>
                    <a:pt x="9846" y="9846"/>
                  </a:cubicBezTo>
                  <a:cubicBezTo>
                    <a:pt x="16151" y="3542"/>
                    <a:pt x="24702" y="0"/>
                    <a:pt x="33618" y="0"/>
                  </a:cubicBezTo>
                  <a:close/>
                </a:path>
              </a:pathLst>
            </a:custGeom>
            <a:solidFill>
              <a:srgbClr val="F57E9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3070578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53819" y="1255222"/>
            <a:ext cx="2069869" cy="206986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C9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841865" y="1255222"/>
            <a:ext cx="2069869" cy="206986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C9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9046" y="1255222"/>
            <a:ext cx="2069869" cy="206986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EC9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4168044" y="1128106"/>
            <a:ext cx="1416645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KG Primary Penmanship"/>
              </a:rPr>
              <a:t>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80431" y="1128106"/>
            <a:ext cx="1416645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KG Primary Penmanship"/>
              </a:rPr>
              <a:t>pr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098915" y="1483706"/>
            <a:ext cx="742950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Canva Sans Bold"/>
              </a:rPr>
              <a:t>+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911085" y="1483706"/>
            <a:ext cx="742950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Canva Sans Bold"/>
              </a:rPr>
              <a:t>=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766096" y="3514725"/>
            <a:ext cx="2144989" cy="300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KG Primary Penmanship"/>
              </a:rPr>
              <a:t>prot</a:t>
            </a:r>
          </a:p>
          <a:p>
            <a:pPr algn="ctr">
              <a:lnSpc>
                <a:spcPts val="4479"/>
              </a:lnSpc>
            </a:pPr>
            <a:r>
              <a:rPr lang="en-US" sz="6999">
                <a:solidFill>
                  <a:srgbClr val="000000"/>
                </a:solidFill>
                <a:latin typeface="KG Primary Penmanship"/>
              </a:rPr>
              <a:t>pr</a:t>
            </a:r>
            <a:r>
              <a:rPr lang="en-US" sz="6999">
                <a:solidFill>
                  <a:srgbClr val="000000"/>
                </a:solidFill>
                <a:latin typeface="KG Primary Penmanship"/>
              </a:rPr>
              <a:t>ub</a:t>
            </a:r>
          </a:p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KG Primary Penmanship"/>
              </a:rPr>
              <a:t>pr</a:t>
            </a:r>
            <a:r>
              <a:rPr lang="en-US" sz="6999">
                <a:solidFill>
                  <a:srgbClr val="000000"/>
                </a:solidFill>
                <a:latin typeface="KG Primary Penmanship"/>
              </a:rPr>
              <a:t>ud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55658" y="1128106"/>
            <a:ext cx="1416645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000000"/>
                </a:solidFill>
                <a:latin typeface="KG Primary Penmanship"/>
              </a:rPr>
              <a:t>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DAGDx_QhmS4</dc:identifier>
  <dcterms:modified xsi:type="dcterms:W3CDTF">2011-08-01T06:04:30Z</dcterms:modified>
  <cp:revision>1</cp:revision>
  <dc:title>7-bai-thuyet-trinh-tieng-anh-mau-bang-powerpoint</dc:title>
</cp:coreProperties>
</file>